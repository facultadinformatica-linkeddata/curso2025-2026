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21" Type="http://schemas.openxmlformats.org/officeDocument/2006/relationships/font" Target="fonts/Open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aleway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slide" Target="slides/slide1.xml"/><Relationship Id="rId19" Type="http://schemas.openxmlformats.org/officeDocument/2006/relationships/font" Target="fonts/OpenSans-regular.fntdata"/><Relationship Id="rId6" Type="http://schemas.openxmlformats.org/officeDocument/2006/relationships/slide" Target="slides/slide2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27a438784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27a438784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3a4821e5a36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3a4821e5a36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90e0aa1e9e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390e0aa1e9e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21258269c9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21258269c9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390e38bd69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390e38bd69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390e0aa1e9e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390e0aa1e9e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90e0aa1e9e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90e0aa1e9e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390e38bd69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390e38bd69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390e0aa1e9e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390e0aa1e9e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390e0aa1e9e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390e0aa1e9e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61452" y="-727108"/>
            <a:ext cx="1866717" cy="1954043"/>
            <a:chOff x="378850" y="1624025"/>
            <a:chExt cx="1268150" cy="1327475"/>
          </a:xfrm>
        </p:grpSpPr>
        <p:sp>
          <p:nvSpPr>
            <p:cNvPr id="10" name="Google Shape;10;p2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" name="Google Shape;38;p2"/>
          <p:cNvGrpSpPr/>
          <p:nvPr/>
        </p:nvGrpSpPr>
        <p:grpSpPr>
          <a:xfrm rot="-7096669">
            <a:off x="7559083" y="-11236"/>
            <a:ext cx="2773651" cy="1801332"/>
            <a:chOff x="2636525" y="1932700"/>
            <a:chExt cx="1743875" cy="1132550"/>
          </a:xfrm>
        </p:grpSpPr>
        <p:sp>
          <p:nvSpPr>
            <p:cNvPr id="39" name="Google Shape;39;p2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" name="Google Shape;49;p2"/>
          <p:cNvGrpSpPr/>
          <p:nvPr/>
        </p:nvGrpSpPr>
        <p:grpSpPr>
          <a:xfrm rot="5078606">
            <a:off x="7198427" y="3860203"/>
            <a:ext cx="2730457" cy="2858190"/>
            <a:chOff x="378850" y="1624025"/>
            <a:chExt cx="1268150" cy="1327475"/>
          </a:xfrm>
        </p:grpSpPr>
        <p:sp>
          <p:nvSpPr>
            <p:cNvPr id="50" name="Google Shape;50;p2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" name="Google Shape;78;p2"/>
          <p:cNvGrpSpPr/>
          <p:nvPr/>
        </p:nvGrpSpPr>
        <p:grpSpPr>
          <a:xfrm rot="10425341">
            <a:off x="-671747" y="4241575"/>
            <a:ext cx="2773697" cy="1801362"/>
            <a:chOff x="2636525" y="1932700"/>
            <a:chExt cx="1743875" cy="1132550"/>
          </a:xfrm>
        </p:grpSpPr>
        <p:sp>
          <p:nvSpPr>
            <p:cNvPr id="79" name="Google Shape;79;p2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2"/>
          <p:cNvSpPr txBox="1"/>
          <p:nvPr>
            <p:ph type="ctrTitle"/>
          </p:nvPr>
        </p:nvSpPr>
        <p:spPr>
          <a:xfrm>
            <a:off x="715100" y="1184750"/>
            <a:ext cx="4622100" cy="22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90" name="Google Shape;90;p2"/>
          <p:cNvSpPr txBox="1"/>
          <p:nvPr>
            <p:ph idx="1" type="subTitle"/>
          </p:nvPr>
        </p:nvSpPr>
        <p:spPr>
          <a:xfrm>
            <a:off x="715100" y="3549250"/>
            <a:ext cx="4142400" cy="40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3"/>
          <p:cNvGrpSpPr/>
          <p:nvPr/>
        </p:nvGrpSpPr>
        <p:grpSpPr>
          <a:xfrm flipH="1" rot="-8647286">
            <a:off x="-1055665" y="-215095"/>
            <a:ext cx="2351426" cy="2461427"/>
            <a:chOff x="378850" y="1624025"/>
            <a:chExt cx="1268150" cy="1327475"/>
          </a:xfrm>
        </p:grpSpPr>
        <p:sp>
          <p:nvSpPr>
            <p:cNvPr id="93" name="Google Shape;93;p3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3"/>
          <p:cNvGrpSpPr/>
          <p:nvPr/>
        </p:nvGrpSpPr>
        <p:grpSpPr>
          <a:xfrm rot="-2440090">
            <a:off x="7138090" y="3533536"/>
            <a:ext cx="3516505" cy="2283775"/>
            <a:chOff x="2636525" y="1932700"/>
            <a:chExt cx="1743875" cy="1132550"/>
          </a:xfrm>
        </p:grpSpPr>
        <p:sp>
          <p:nvSpPr>
            <p:cNvPr id="122" name="Google Shape;122;p3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" name="Google Shape;132;p3"/>
          <p:cNvGrpSpPr/>
          <p:nvPr/>
        </p:nvGrpSpPr>
        <p:grpSpPr>
          <a:xfrm flipH="1" rot="7428706">
            <a:off x="7654975" y="-518883"/>
            <a:ext cx="2351404" cy="2461405"/>
            <a:chOff x="378850" y="1624025"/>
            <a:chExt cx="1268150" cy="1327475"/>
          </a:xfrm>
        </p:grpSpPr>
        <p:sp>
          <p:nvSpPr>
            <p:cNvPr id="133" name="Google Shape;133;p3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3"/>
          <p:cNvSpPr txBox="1"/>
          <p:nvPr>
            <p:ph type="title"/>
          </p:nvPr>
        </p:nvSpPr>
        <p:spPr>
          <a:xfrm>
            <a:off x="4080575" y="2481850"/>
            <a:ext cx="4041900" cy="10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2" name="Google Shape;162;p3"/>
          <p:cNvSpPr txBox="1"/>
          <p:nvPr>
            <p:ph hasCustomPrompt="1" idx="2" type="title"/>
          </p:nvPr>
        </p:nvSpPr>
        <p:spPr>
          <a:xfrm>
            <a:off x="4080575" y="1640050"/>
            <a:ext cx="1117500" cy="84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3" name="Google Shape;163;p3"/>
          <p:cNvSpPr/>
          <p:nvPr>
            <p:ph idx="3" type="pic"/>
          </p:nvPr>
        </p:nvSpPr>
        <p:spPr>
          <a:xfrm>
            <a:off x="713700" y="535000"/>
            <a:ext cx="2703000" cy="4054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4"/>
          <p:cNvSpPr txBox="1"/>
          <p:nvPr>
            <p:ph idx="1" type="body"/>
          </p:nvPr>
        </p:nvSpPr>
        <p:spPr>
          <a:xfrm>
            <a:off x="720000" y="1315575"/>
            <a:ext cx="4470300" cy="32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/>
        </p:txBody>
      </p:sp>
      <p:grpSp>
        <p:nvGrpSpPr>
          <p:cNvPr id="167" name="Google Shape;167;p4"/>
          <p:cNvGrpSpPr/>
          <p:nvPr/>
        </p:nvGrpSpPr>
        <p:grpSpPr>
          <a:xfrm rot="5176062">
            <a:off x="8145632" y="23300"/>
            <a:ext cx="2423502" cy="2536875"/>
            <a:chOff x="378850" y="1624025"/>
            <a:chExt cx="1268150" cy="1327475"/>
          </a:xfrm>
        </p:grpSpPr>
        <p:sp>
          <p:nvSpPr>
            <p:cNvPr id="168" name="Google Shape;168;p4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4"/>
          <p:cNvGrpSpPr/>
          <p:nvPr/>
        </p:nvGrpSpPr>
        <p:grpSpPr>
          <a:xfrm rot="9242065">
            <a:off x="4931549" y="4002111"/>
            <a:ext cx="3920851" cy="2546375"/>
            <a:chOff x="2636525" y="1932700"/>
            <a:chExt cx="1743875" cy="1132550"/>
          </a:xfrm>
        </p:grpSpPr>
        <p:sp>
          <p:nvSpPr>
            <p:cNvPr id="197" name="Google Shape;197;p4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4"/>
          <p:cNvGrpSpPr/>
          <p:nvPr/>
        </p:nvGrpSpPr>
        <p:grpSpPr>
          <a:xfrm rot="-2517906">
            <a:off x="-745467" y="3736636"/>
            <a:ext cx="2320372" cy="2428921"/>
            <a:chOff x="378850" y="1624025"/>
            <a:chExt cx="1268150" cy="1327475"/>
          </a:xfrm>
        </p:grpSpPr>
        <p:sp>
          <p:nvSpPr>
            <p:cNvPr id="208" name="Google Shape;208;p4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4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4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4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4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4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4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4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4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4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4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4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4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5"/>
          <p:cNvGrpSpPr/>
          <p:nvPr/>
        </p:nvGrpSpPr>
        <p:grpSpPr>
          <a:xfrm>
            <a:off x="-853615" y="-936308"/>
            <a:ext cx="1866717" cy="1954043"/>
            <a:chOff x="378850" y="1624025"/>
            <a:chExt cx="1268150" cy="1327475"/>
          </a:xfrm>
        </p:grpSpPr>
        <p:sp>
          <p:nvSpPr>
            <p:cNvPr id="238" name="Google Shape;238;p5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" name="Google Shape;266;p5"/>
          <p:cNvGrpSpPr/>
          <p:nvPr/>
        </p:nvGrpSpPr>
        <p:grpSpPr>
          <a:xfrm rot="-7096669">
            <a:off x="7368583" y="287952"/>
            <a:ext cx="2773651" cy="1801332"/>
            <a:chOff x="2636525" y="1932700"/>
            <a:chExt cx="1743875" cy="1132550"/>
          </a:xfrm>
        </p:grpSpPr>
        <p:sp>
          <p:nvSpPr>
            <p:cNvPr id="267" name="Google Shape;267;p5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" name="Google Shape;277;p5"/>
          <p:cNvGrpSpPr/>
          <p:nvPr/>
        </p:nvGrpSpPr>
        <p:grpSpPr>
          <a:xfrm rot="-1043737">
            <a:off x="7580703" y="3179430"/>
            <a:ext cx="2730422" cy="2858153"/>
            <a:chOff x="378850" y="1624025"/>
            <a:chExt cx="1268150" cy="1327475"/>
          </a:xfrm>
        </p:grpSpPr>
        <p:sp>
          <p:nvSpPr>
            <p:cNvPr id="278" name="Google Shape;278;p5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5"/>
          <p:cNvGrpSpPr/>
          <p:nvPr/>
        </p:nvGrpSpPr>
        <p:grpSpPr>
          <a:xfrm rot="10425341">
            <a:off x="-1850322" y="4260625"/>
            <a:ext cx="2773697" cy="1801362"/>
            <a:chOff x="2636525" y="1932700"/>
            <a:chExt cx="1743875" cy="1132550"/>
          </a:xfrm>
        </p:grpSpPr>
        <p:sp>
          <p:nvSpPr>
            <p:cNvPr id="307" name="Google Shape;307;p5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8" name="Google Shape;318;p5"/>
          <p:cNvSpPr txBox="1"/>
          <p:nvPr>
            <p:ph idx="1" type="subTitle"/>
          </p:nvPr>
        </p:nvSpPr>
        <p:spPr>
          <a:xfrm>
            <a:off x="4923249" y="2608774"/>
            <a:ext cx="25056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9" name="Google Shape;319;p5"/>
          <p:cNvSpPr txBox="1"/>
          <p:nvPr>
            <p:ph idx="2" type="subTitle"/>
          </p:nvPr>
        </p:nvSpPr>
        <p:spPr>
          <a:xfrm>
            <a:off x="1715375" y="2608774"/>
            <a:ext cx="25056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0" name="Google Shape;320;p5"/>
          <p:cNvSpPr txBox="1"/>
          <p:nvPr>
            <p:ph idx="3" type="subTitle"/>
          </p:nvPr>
        </p:nvSpPr>
        <p:spPr>
          <a:xfrm>
            <a:off x="1715375" y="2126065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1" name="Google Shape;321;p5"/>
          <p:cNvSpPr txBox="1"/>
          <p:nvPr>
            <p:ph idx="4" type="subTitle"/>
          </p:nvPr>
        </p:nvSpPr>
        <p:spPr>
          <a:xfrm>
            <a:off x="4923250" y="2126065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6"/>
          <p:cNvGrpSpPr/>
          <p:nvPr/>
        </p:nvGrpSpPr>
        <p:grpSpPr>
          <a:xfrm rot="4595478">
            <a:off x="8371864" y="-1824521"/>
            <a:ext cx="3886553" cy="4068498"/>
            <a:chOff x="378850" y="1624025"/>
            <a:chExt cx="1268150" cy="1327475"/>
          </a:xfrm>
        </p:grpSpPr>
        <p:sp>
          <p:nvSpPr>
            <p:cNvPr id="324" name="Google Shape;324;p6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2" name="Google Shape;352;p6"/>
          <p:cNvGrpSpPr/>
          <p:nvPr/>
        </p:nvGrpSpPr>
        <p:grpSpPr>
          <a:xfrm rot="-2152733">
            <a:off x="-699656" y="3955894"/>
            <a:ext cx="1420972" cy="1487446"/>
            <a:chOff x="378850" y="1624025"/>
            <a:chExt cx="1268150" cy="1327475"/>
          </a:xfrm>
        </p:grpSpPr>
        <p:sp>
          <p:nvSpPr>
            <p:cNvPr id="353" name="Google Shape;353;p6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6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6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6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6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6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6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6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6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6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6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6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6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6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6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6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6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6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6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6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6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6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6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1" name="Google Shape;381;p6"/>
          <p:cNvGrpSpPr/>
          <p:nvPr/>
        </p:nvGrpSpPr>
        <p:grpSpPr>
          <a:xfrm rot="10425440">
            <a:off x="-998244" y="-259109"/>
            <a:ext cx="1866727" cy="1212335"/>
            <a:chOff x="2636525" y="1932700"/>
            <a:chExt cx="1743875" cy="1132550"/>
          </a:xfrm>
        </p:grpSpPr>
        <p:sp>
          <p:nvSpPr>
            <p:cNvPr id="382" name="Google Shape;382;p6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6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6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6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6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6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6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6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6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6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6"/>
          <p:cNvGrpSpPr/>
          <p:nvPr/>
        </p:nvGrpSpPr>
        <p:grpSpPr>
          <a:xfrm rot="6937065">
            <a:off x="7966368" y="3506155"/>
            <a:ext cx="2773727" cy="1801382"/>
            <a:chOff x="2636525" y="1932700"/>
            <a:chExt cx="1743875" cy="1132550"/>
          </a:xfrm>
        </p:grpSpPr>
        <p:sp>
          <p:nvSpPr>
            <p:cNvPr id="393" name="Google Shape;393;p6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6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6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6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6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6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6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6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6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6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"/>
          <p:cNvSpPr txBox="1"/>
          <p:nvPr>
            <p:ph type="title"/>
          </p:nvPr>
        </p:nvSpPr>
        <p:spPr>
          <a:xfrm>
            <a:off x="720000" y="970400"/>
            <a:ext cx="4237200" cy="10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6" name="Google Shape;406;p7"/>
          <p:cNvSpPr txBox="1"/>
          <p:nvPr>
            <p:ph idx="1" type="body"/>
          </p:nvPr>
        </p:nvSpPr>
        <p:spPr>
          <a:xfrm>
            <a:off x="720000" y="2057600"/>
            <a:ext cx="4237200" cy="21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407" name="Google Shape;407;p7"/>
          <p:cNvGrpSpPr/>
          <p:nvPr/>
        </p:nvGrpSpPr>
        <p:grpSpPr>
          <a:xfrm flipH="1" rot="10800000">
            <a:off x="-729915" y="4228408"/>
            <a:ext cx="1866717" cy="1954043"/>
            <a:chOff x="378850" y="1624025"/>
            <a:chExt cx="1268150" cy="1327475"/>
          </a:xfrm>
        </p:grpSpPr>
        <p:sp>
          <p:nvSpPr>
            <p:cNvPr id="408" name="Google Shape;408;p7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7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7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7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7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7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7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7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7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7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7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7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7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7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7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7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7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7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7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7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7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7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7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7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7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7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" name="Google Shape;436;p7"/>
          <p:cNvGrpSpPr/>
          <p:nvPr/>
        </p:nvGrpSpPr>
        <p:grpSpPr>
          <a:xfrm flipH="1" rot="1538276">
            <a:off x="4904405" y="-1356596"/>
            <a:ext cx="2730427" cy="2858158"/>
            <a:chOff x="378850" y="1624025"/>
            <a:chExt cx="1268150" cy="1327475"/>
          </a:xfrm>
        </p:grpSpPr>
        <p:sp>
          <p:nvSpPr>
            <p:cNvPr id="437" name="Google Shape;437;p7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7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7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7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7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7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7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7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7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7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7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7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7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7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7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7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7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7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7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7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7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7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7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7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7"/>
          <p:cNvGrpSpPr/>
          <p:nvPr/>
        </p:nvGrpSpPr>
        <p:grpSpPr>
          <a:xfrm rot="8100000">
            <a:off x="6284243" y="2929454"/>
            <a:ext cx="3783662" cy="2457278"/>
            <a:chOff x="2636525" y="1932700"/>
            <a:chExt cx="1743875" cy="1132550"/>
          </a:xfrm>
        </p:grpSpPr>
        <p:sp>
          <p:nvSpPr>
            <p:cNvPr id="466" name="Google Shape;466;p7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7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7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7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7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7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7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7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7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7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6" name="Google Shape;476;p7"/>
          <p:cNvGrpSpPr/>
          <p:nvPr/>
        </p:nvGrpSpPr>
        <p:grpSpPr>
          <a:xfrm rot="-4234531">
            <a:off x="-1025946" y="-773556"/>
            <a:ext cx="2458783" cy="1596843"/>
            <a:chOff x="2636525" y="1932700"/>
            <a:chExt cx="1743875" cy="1132550"/>
          </a:xfrm>
        </p:grpSpPr>
        <p:sp>
          <p:nvSpPr>
            <p:cNvPr id="477" name="Google Shape;477;p7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7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7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7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7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7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7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7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7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7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7" name="Google Shape;487;p7"/>
          <p:cNvSpPr/>
          <p:nvPr>
            <p:ph idx="2" type="pic"/>
          </p:nvPr>
        </p:nvSpPr>
        <p:spPr>
          <a:xfrm>
            <a:off x="5596300" y="535000"/>
            <a:ext cx="2832600" cy="406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2" name="Google Shape;492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gradFill>
            <a:gsLst>
              <a:gs pos="0">
                <a:srgbClr val="635AB1"/>
              </a:gs>
              <a:gs pos="100000">
                <a:schemeClr val="lt1"/>
              </a:gs>
            </a:gsLst>
            <a:lin ang="16198662" scaled="0"/>
          </a:gra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1"/>
          <p:cNvSpPr txBox="1"/>
          <p:nvPr>
            <p:ph hasCustomPrompt="1" type="title"/>
          </p:nvPr>
        </p:nvSpPr>
        <p:spPr>
          <a:xfrm>
            <a:off x="715100" y="1204950"/>
            <a:ext cx="4262100" cy="15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8" name="Google Shape;498;p11"/>
          <p:cNvSpPr txBox="1"/>
          <p:nvPr>
            <p:ph idx="1" type="subTitle"/>
          </p:nvPr>
        </p:nvSpPr>
        <p:spPr>
          <a:xfrm>
            <a:off x="715100" y="2716050"/>
            <a:ext cx="4262100" cy="12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99" name="Google Shape;499;p11"/>
          <p:cNvGrpSpPr/>
          <p:nvPr/>
        </p:nvGrpSpPr>
        <p:grpSpPr>
          <a:xfrm rot="4595461">
            <a:off x="7097528" y="-1057464"/>
            <a:ext cx="2654963" cy="2779293"/>
            <a:chOff x="378850" y="1624025"/>
            <a:chExt cx="1268150" cy="1327475"/>
          </a:xfrm>
        </p:grpSpPr>
        <p:sp>
          <p:nvSpPr>
            <p:cNvPr id="500" name="Google Shape;500;p11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1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1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1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1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1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1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1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1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1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1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1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1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1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1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1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1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1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1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1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1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1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1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1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1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1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1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1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8" name="Google Shape;528;p11"/>
          <p:cNvGrpSpPr/>
          <p:nvPr/>
        </p:nvGrpSpPr>
        <p:grpSpPr>
          <a:xfrm flipH="1" rot="-8647349">
            <a:off x="-1177718" y="4068088"/>
            <a:ext cx="2331362" cy="2440424"/>
            <a:chOff x="378850" y="1624025"/>
            <a:chExt cx="1268150" cy="1327475"/>
          </a:xfrm>
        </p:grpSpPr>
        <p:sp>
          <p:nvSpPr>
            <p:cNvPr id="529" name="Google Shape;529;p11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1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1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1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1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1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1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1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1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11"/>
          <p:cNvGrpSpPr/>
          <p:nvPr/>
        </p:nvGrpSpPr>
        <p:grpSpPr>
          <a:xfrm rot="-7096613">
            <a:off x="-2698856" y="-2156947"/>
            <a:ext cx="4905480" cy="3185837"/>
            <a:chOff x="2636525" y="1932700"/>
            <a:chExt cx="1743875" cy="1132550"/>
          </a:xfrm>
        </p:grpSpPr>
        <p:sp>
          <p:nvSpPr>
            <p:cNvPr id="558" name="Google Shape;558;p11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11"/>
          <p:cNvGrpSpPr/>
          <p:nvPr/>
        </p:nvGrpSpPr>
        <p:grpSpPr>
          <a:xfrm flipH="1" rot="-3703331">
            <a:off x="6409658" y="4031155"/>
            <a:ext cx="2773651" cy="1801332"/>
            <a:chOff x="2636525" y="1932700"/>
            <a:chExt cx="1743875" cy="1132550"/>
          </a:xfrm>
        </p:grpSpPr>
        <p:sp>
          <p:nvSpPr>
            <p:cNvPr id="569" name="Google Shape;569;p11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" name="Google Shape;581;p13"/>
          <p:cNvGrpSpPr/>
          <p:nvPr/>
        </p:nvGrpSpPr>
        <p:grpSpPr>
          <a:xfrm flipH="1" rot="6204539">
            <a:off x="7722503" y="3271847"/>
            <a:ext cx="2654963" cy="2779293"/>
            <a:chOff x="378850" y="1624025"/>
            <a:chExt cx="1268150" cy="1327475"/>
          </a:xfrm>
        </p:grpSpPr>
        <p:sp>
          <p:nvSpPr>
            <p:cNvPr id="582" name="Google Shape;582;p13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3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3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3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3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3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3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3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3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3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0" name="Google Shape;610;p13"/>
          <p:cNvGrpSpPr/>
          <p:nvPr/>
        </p:nvGrpSpPr>
        <p:grpSpPr>
          <a:xfrm flipH="1" rot="-8647267">
            <a:off x="-682031" y="-395250"/>
            <a:ext cx="1420972" cy="1487446"/>
            <a:chOff x="378850" y="1624025"/>
            <a:chExt cx="1268150" cy="1327475"/>
          </a:xfrm>
        </p:grpSpPr>
        <p:sp>
          <p:nvSpPr>
            <p:cNvPr id="611" name="Google Shape;611;p13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3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3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3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3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3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3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3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3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3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3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3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3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3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3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3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3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3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3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3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3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3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3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3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3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3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" name="Google Shape;639;p13"/>
          <p:cNvGrpSpPr/>
          <p:nvPr/>
        </p:nvGrpSpPr>
        <p:grpSpPr>
          <a:xfrm rot="-7096613">
            <a:off x="6711844" y="-861547"/>
            <a:ext cx="4905480" cy="3185837"/>
            <a:chOff x="2636525" y="1932700"/>
            <a:chExt cx="1743875" cy="1132550"/>
          </a:xfrm>
        </p:grpSpPr>
        <p:sp>
          <p:nvSpPr>
            <p:cNvPr id="640" name="Google Shape;640;p13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3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3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3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3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3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3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3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3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3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0" name="Google Shape;650;p13"/>
          <p:cNvGrpSpPr/>
          <p:nvPr/>
        </p:nvGrpSpPr>
        <p:grpSpPr>
          <a:xfrm rot="-7096669">
            <a:off x="-919742" y="4361839"/>
            <a:ext cx="2773651" cy="1801332"/>
            <a:chOff x="2636525" y="1932700"/>
            <a:chExt cx="1743875" cy="1132550"/>
          </a:xfrm>
        </p:grpSpPr>
        <p:sp>
          <p:nvSpPr>
            <p:cNvPr id="651" name="Google Shape;651;p13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3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3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3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3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3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3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3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3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3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1" name="Google Shape;66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2" name="Google Shape;662;p13"/>
          <p:cNvSpPr txBox="1"/>
          <p:nvPr>
            <p:ph hasCustomPrompt="1" idx="2" type="title"/>
          </p:nvPr>
        </p:nvSpPr>
        <p:spPr>
          <a:xfrm>
            <a:off x="824900" y="1614524"/>
            <a:ext cx="734700" cy="49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3" name="Google Shape;663;p13"/>
          <p:cNvSpPr txBox="1"/>
          <p:nvPr>
            <p:ph hasCustomPrompt="1" idx="3" type="title"/>
          </p:nvPr>
        </p:nvSpPr>
        <p:spPr>
          <a:xfrm>
            <a:off x="824900" y="3083736"/>
            <a:ext cx="734700" cy="49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4" name="Google Shape;664;p13"/>
          <p:cNvSpPr txBox="1"/>
          <p:nvPr>
            <p:ph hasCustomPrompt="1" idx="4" type="title"/>
          </p:nvPr>
        </p:nvSpPr>
        <p:spPr>
          <a:xfrm>
            <a:off x="3524175" y="1614524"/>
            <a:ext cx="734700" cy="49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5" name="Google Shape;665;p13"/>
          <p:cNvSpPr txBox="1"/>
          <p:nvPr>
            <p:ph hasCustomPrompt="1" idx="5" type="title"/>
          </p:nvPr>
        </p:nvSpPr>
        <p:spPr>
          <a:xfrm>
            <a:off x="3524175" y="3083736"/>
            <a:ext cx="734700" cy="49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6" name="Google Shape;666;p13"/>
          <p:cNvSpPr txBox="1"/>
          <p:nvPr>
            <p:ph hasCustomPrompt="1" idx="6" type="title"/>
          </p:nvPr>
        </p:nvSpPr>
        <p:spPr>
          <a:xfrm>
            <a:off x="6223450" y="1614524"/>
            <a:ext cx="734700" cy="49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7" name="Google Shape;667;p13"/>
          <p:cNvSpPr txBox="1"/>
          <p:nvPr>
            <p:ph hasCustomPrompt="1" idx="7" type="title"/>
          </p:nvPr>
        </p:nvSpPr>
        <p:spPr>
          <a:xfrm>
            <a:off x="6223450" y="3083736"/>
            <a:ext cx="734700" cy="49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8" name="Google Shape;668;p13"/>
          <p:cNvSpPr txBox="1"/>
          <p:nvPr>
            <p:ph idx="1" type="subTitle"/>
          </p:nvPr>
        </p:nvSpPr>
        <p:spPr>
          <a:xfrm>
            <a:off x="720000" y="23091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69" name="Google Shape;669;p13"/>
          <p:cNvSpPr txBox="1"/>
          <p:nvPr>
            <p:ph idx="8" type="subTitle"/>
          </p:nvPr>
        </p:nvSpPr>
        <p:spPr>
          <a:xfrm>
            <a:off x="3419275" y="23091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70" name="Google Shape;670;p13"/>
          <p:cNvSpPr txBox="1"/>
          <p:nvPr>
            <p:ph idx="9" type="subTitle"/>
          </p:nvPr>
        </p:nvSpPr>
        <p:spPr>
          <a:xfrm>
            <a:off x="6118550" y="23091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71" name="Google Shape;671;p13"/>
          <p:cNvSpPr txBox="1"/>
          <p:nvPr>
            <p:ph idx="13" type="subTitle"/>
          </p:nvPr>
        </p:nvSpPr>
        <p:spPr>
          <a:xfrm>
            <a:off x="720000" y="37426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72" name="Google Shape;672;p13"/>
          <p:cNvSpPr txBox="1"/>
          <p:nvPr>
            <p:ph idx="14" type="subTitle"/>
          </p:nvPr>
        </p:nvSpPr>
        <p:spPr>
          <a:xfrm>
            <a:off x="3419275" y="37426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73" name="Google Shape;673;p13"/>
          <p:cNvSpPr txBox="1"/>
          <p:nvPr>
            <p:ph idx="15" type="subTitle"/>
          </p:nvPr>
        </p:nvSpPr>
        <p:spPr>
          <a:xfrm>
            <a:off x="6118550" y="37426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4"/>
          <p:cNvSpPr txBox="1"/>
          <p:nvPr>
            <p:ph type="title"/>
          </p:nvPr>
        </p:nvSpPr>
        <p:spPr>
          <a:xfrm>
            <a:off x="720000" y="1535025"/>
            <a:ext cx="3233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6" name="Google Shape;676;p14"/>
          <p:cNvSpPr txBox="1"/>
          <p:nvPr>
            <p:ph idx="1" type="subTitle"/>
          </p:nvPr>
        </p:nvSpPr>
        <p:spPr>
          <a:xfrm>
            <a:off x="720000" y="2163375"/>
            <a:ext cx="3580500" cy="14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7" name="Google Shape;677;p14"/>
          <p:cNvSpPr/>
          <p:nvPr>
            <p:ph idx="2" type="pic"/>
          </p:nvPr>
        </p:nvSpPr>
        <p:spPr>
          <a:xfrm>
            <a:off x="5268375" y="534988"/>
            <a:ext cx="3160500" cy="4073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p14"/>
          <p:cNvSpPr/>
          <p:nvPr>
            <p:ph idx="3" type="pic"/>
          </p:nvPr>
        </p:nvSpPr>
        <p:spPr>
          <a:xfrm>
            <a:off x="715100" y="2979213"/>
            <a:ext cx="4147800" cy="162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5"/>
          <p:cNvSpPr txBox="1"/>
          <p:nvPr>
            <p:ph hasCustomPrompt="1" type="title"/>
          </p:nvPr>
        </p:nvSpPr>
        <p:spPr>
          <a:xfrm>
            <a:off x="4936300" y="3316988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1" name="Google Shape;681;p15"/>
          <p:cNvSpPr txBox="1"/>
          <p:nvPr>
            <p:ph idx="1" type="subTitle"/>
          </p:nvPr>
        </p:nvSpPr>
        <p:spPr>
          <a:xfrm>
            <a:off x="4936300" y="400968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2" name="Google Shape;682;p15"/>
          <p:cNvSpPr txBox="1"/>
          <p:nvPr>
            <p:ph hasCustomPrompt="1" idx="2" type="title"/>
          </p:nvPr>
        </p:nvSpPr>
        <p:spPr>
          <a:xfrm>
            <a:off x="4936300" y="535002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3" name="Google Shape;683;p15"/>
          <p:cNvSpPr txBox="1"/>
          <p:nvPr>
            <p:ph idx="3" type="subTitle"/>
          </p:nvPr>
        </p:nvSpPr>
        <p:spPr>
          <a:xfrm>
            <a:off x="4936300" y="1227714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4" name="Google Shape;684;p15"/>
          <p:cNvSpPr txBox="1"/>
          <p:nvPr>
            <p:ph hasCustomPrompt="1" idx="4" type="title"/>
          </p:nvPr>
        </p:nvSpPr>
        <p:spPr>
          <a:xfrm>
            <a:off x="4936300" y="1925988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5" name="Google Shape;685;p15"/>
          <p:cNvSpPr txBox="1"/>
          <p:nvPr>
            <p:ph idx="5" type="subTitle"/>
          </p:nvPr>
        </p:nvSpPr>
        <p:spPr>
          <a:xfrm>
            <a:off x="4936300" y="2618688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686" name="Google Shape;686;p15"/>
          <p:cNvGrpSpPr/>
          <p:nvPr/>
        </p:nvGrpSpPr>
        <p:grpSpPr>
          <a:xfrm flipH="1" rot="7096793">
            <a:off x="134959" y="-1147844"/>
            <a:ext cx="3275891" cy="2127509"/>
            <a:chOff x="2636525" y="1932700"/>
            <a:chExt cx="1743875" cy="1132550"/>
          </a:xfrm>
        </p:grpSpPr>
        <p:sp>
          <p:nvSpPr>
            <p:cNvPr id="687" name="Google Shape;687;p15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5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5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5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7" name="Google Shape;697;p15"/>
          <p:cNvGrpSpPr/>
          <p:nvPr/>
        </p:nvGrpSpPr>
        <p:grpSpPr>
          <a:xfrm flipH="1">
            <a:off x="8209496" y="-1061108"/>
            <a:ext cx="1866717" cy="1954043"/>
            <a:chOff x="378850" y="1624025"/>
            <a:chExt cx="1268150" cy="1327475"/>
          </a:xfrm>
        </p:grpSpPr>
        <p:sp>
          <p:nvSpPr>
            <p:cNvPr id="698" name="Google Shape;698;p15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5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5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5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5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5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5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5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5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5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5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5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5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5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5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5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5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5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5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5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6" name="Google Shape;726;p15"/>
          <p:cNvGrpSpPr/>
          <p:nvPr/>
        </p:nvGrpSpPr>
        <p:grpSpPr>
          <a:xfrm flipH="1" rot="-5078606">
            <a:off x="-294274" y="3860203"/>
            <a:ext cx="2730457" cy="2858190"/>
            <a:chOff x="378850" y="1624025"/>
            <a:chExt cx="1268150" cy="1327475"/>
          </a:xfrm>
        </p:grpSpPr>
        <p:sp>
          <p:nvSpPr>
            <p:cNvPr id="727" name="Google Shape;727;p15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5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5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5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5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5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5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5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5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5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5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5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5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5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5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5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5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5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5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5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5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5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5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5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5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5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5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5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5" name="Google Shape;755;p15"/>
          <p:cNvGrpSpPr/>
          <p:nvPr/>
        </p:nvGrpSpPr>
        <p:grpSpPr>
          <a:xfrm flipH="1" rot="8100000">
            <a:off x="8334231" y="3408371"/>
            <a:ext cx="2773748" cy="1801396"/>
            <a:chOff x="2636525" y="1932700"/>
            <a:chExt cx="1743875" cy="1132550"/>
          </a:xfrm>
        </p:grpSpPr>
        <p:sp>
          <p:nvSpPr>
            <p:cNvPr id="756" name="Google Shape;756;p15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5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5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5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5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5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5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5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5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5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8"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8" name="Google Shape;768;p16"/>
          <p:cNvSpPr txBox="1"/>
          <p:nvPr>
            <p:ph idx="1" type="subTitle"/>
          </p:nvPr>
        </p:nvSpPr>
        <p:spPr>
          <a:xfrm>
            <a:off x="2021950" y="1660527"/>
            <a:ext cx="61983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b="1" sz="1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69" name="Google Shape;769;p16"/>
          <p:cNvSpPr txBox="1"/>
          <p:nvPr>
            <p:ph idx="2" type="subTitle"/>
          </p:nvPr>
        </p:nvSpPr>
        <p:spPr>
          <a:xfrm>
            <a:off x="2021950" y="2804026"/>
            <a:ext cx="61983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b="1" sz="1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0" name="Google Shape;770;p16"/>
          <p:cNvSpPr txBox="1"/>
          <p:nvPr>
            <p:ph idx="3" type="subTitle"/>
          </p:nvPr>
        </p:nvSpPr>
        <p:spPr>
          <a:xfrm>
            <a:off x="2021950" y="3947525"/>
            <a:ext cx="61983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b="1" sz="1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1" name="Google Shape;771;p16"/>
          <p:cNvSpPr txBox="1"/>
          <p:nvPr>
            <p:ph idx="4" type="subTitle"/>
          </p:nvPr>
        </p:nvSpPr>
        <p:spPr>
          <a:xfrm>
            <a:off x="2021950" y="1278025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2" name="Google Shape;772;p16"/>
          <p:cNvSpPr txBox="1"/>
          <p:nvPr>
            <p:ph idx="5" type="subTitle"/>
          </p:nvPr>
        </p:nvSpPr>
        <p:spPr>
          <a:xfrm>
            <a:off x="2021950" y="2421529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3" name="Google Shape;773;p16"/>
          <p:cNvSpPr txBox="1"/>
          <p:nvPr>
            <p:ph idx="6" type="subTitle"/>
          </p:nvPr>
        </p:nvSpPr>
        <p:spPr>
          <a:xfrm>
            <a:off x="2021950" y="3565032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4" name="Google Shape;774;p16"/>
          <p:cNvSpPr/>
          <p:nvPr>
            <p:ph idx="7" type="pic"/>
          </p:nvPr>
        </p:nvSpPr>
        <p:spPr>
          <a:xfrm>
            <a:off x="923750" y="1278025"/>
            <a:ext cx="869700" cy="86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p16"/>
          <p:cNvSpPr/>
          <p:nvPr>
            <p:ph idx="8" type="pic"/>
          </p:nvPr>
        </p:nvSpPr>
        <p:spPr>
          <a:xfrm>
            <a:off x="923750" y="3565025"/>
            <a:ext cx="869700" cy="86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p16"/>
          <p:cNvSpPr/>
          <p:nvPr>
            <p:ph idx="9" type="pic"/>
          </p:nvPr>
        </p:nvSpPr>
        <p:spPr>
          <a:xfrm>
            <a:off x="923750" y="2421525"/>
            <a:ext cx="869700" cy="86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777" name="Google Shape;777;p16"/>
          <p:cNvGrpSpPr/>
          <p:nvPr/>
        </p:nvGrpSpPr>
        <p:grpSpPr>
          <a:xfrm rot="4595461">
            <a:off x="7630928" y="-1637464"/>
            <a:ext cx="2654963" cy="2779293"/>
            <a:chOff x="378850" y="1624025"/>
            <a:chExt cx="1268150" cy="1327475"/>
          </a:xfrm>
        </p:grpSpPr>
        <p:sp>
          <p:nvSpPr>
            <p:cNvPr id="778" name="Google Shape;778;p16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6" name="Google Shape;806;p16"/>
          <p:cNvGrpSpPr/>
          <p:nvPr/>
        </p:nvGrpSpPr>
        <p:grpSpPr>
          <a:xfrm rot="8368336">
            <a:off x="6833552" y="3208701"/>
            <a:ext cx="4905434" cy="3185807"/>
            <a:chOff x="2636525" y="1932700"/>
            <a:chExt cx="1743875" cy="1132550"/>
          </a:xfrm>
        </p:grpSpPr>
        <p:sp>
          <p:nvSpPr>
            <p:cNvPr id="807" name="Google Shape;807;p16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8" name="Google Shape;818;p17"/>
          <p:cNvGrpSpPr/>
          <p:nvPr/>
        </p:nvGrpSpPr>
        <p:grpSpPr>
          <a:xfrm rot="-3940155">
            <a:off x="-1414475" y="-1313258"/>
            <a:ext cx="2315894" cy="2424233"/>
            <a:chOff x="378850" y="1624025"/>
            <a:chExt cx="1268150" cy="1327475"/>
          </a:xfrm>
        </p:grpSpPr>
        <p:sp>
          <p:nvSpPr>
            <p:cNvPr id="819" name="Google Shape;819;p17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7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7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7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7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7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7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7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7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7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7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7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7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7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7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7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7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7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7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7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7" name="Google Shape;847;p17"/>
          <p:cNvGrpSpPr/>
          <p:nvPr/>
        </p:nvGrpSpPr>
        <p:grpSpPr>
          <a:xfrm flipH="1" rot="3940031">
            <a:off x="8094480" y="3678284"/>
            <a:ext cx="1866663" cy="1953987"/>
            <a:chOff x="378850" y="1624025"/>
            <a:chExt cx="1268150" cy="1327475"/>
          </a:xfrm>
        </p:grpSpPr>
        <p:sp>
          <p:nvSpPr>
            <p:cNvPr id="848" name="Google Shape;848;p17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7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7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7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7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7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7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7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7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7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7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7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7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7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7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7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7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7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7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7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7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7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7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7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7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7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7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7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6" name="Google Shape;876;p17"/>
          <p:cNvGrpSpPr/>
          <p:nvPr/>
        </p:nvGrpSpPr>
        <p:grpSpPr>
          <a:xfrm flipH="1" rot="-3703331">
            <a:off x="7465558" y="-692586"/>
            <a:ext cx="2773651" cy="1801332"/>
            <a:chOff x="2636525" y="1932700"/>
            <a:chExt cx="1743875" cy="1132550"/>
          </a:xfrm>
        </p:grpSpPr>
        <p:sp>
          <p:nvSpPr>
            <p:cNvPr id="877" name="Google Shape;877;p17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7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7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7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7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7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7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7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7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7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7" name="Google Shape;887;p17"/>
          <p:cNvGrpSpPr/>
          <p:nvPr/>
        </p:nvGrpSpPr>
        <p:grpSpPr>
          <a:xfrm flipH="1" rot="2578776">
            <a:off x="-550222" y="4664804"/>
            <a:ext cx="2773623" cy="1801314"/>
            <a:chOff x="2636525" y="1932700"/>
            <a:chExt cx="1743875" cy="1132550"/>
          </a:xfrm>
        </p:grpSpPr>
        <p:sp>
          <p:nvSpPr>
            <p:cNvPr id="888" name="Google Shape;888;p17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7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7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7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7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7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7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7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7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7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8" name="Google Shape;898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9" name="Google Shape;899;p17"/>
          <p:cNvSpPr txBox="1"/>
          <p:nvPr>
            <p:ph idx="1" type="subTitle"/>
          </p:nvPr>
        </p:nvSpPr>
        <p:spPr>
          <a:xfrm>
            <a:off x="720000" y="2579825"/>
            <a:ext cx="21753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0" name="Google Shape;900;p17"/>
          <p:cNvSpPr txBox="1"/>
          <p:nvPr>
            <p:ph idx="2" type="subTitle"/>
          </p:nvPr>
        </p:nvSpPr>
        <p:spPr>
          <a:xfrm>
            <a:off x="3484347" y="2579825"/>
            <a:ext cx="21753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1" name="Google Shape;901;p17"/>
          <p:cNvSpPr txBox="1"/>
          <p:nvPr>
            <p:ph idx="3" type="subTitle"/>
          </p:nvPr>
        </p:nvSpPr>
        <p:spPr>
          <a:xfrm>
            <a:off x="6248700" y="2579825"/>
            <a:ext cx="21753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2" name="Google Shape;902;p17"/>
          <p:cNvSpPr txBox="1"/>
          <p:nvPr>
            <p:ph idx="4" type="subTitle"/>
          </p:nvPr>
        </p:nvSpPr>
        <p:spPr>
          <a:xfrm>
            <a:off x="720000" y="1891050"/>
            <a:ext cx="21753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3" name="Google Shape;903;p17"/>
          <p:cNvSpPr txBox="1"/>
          <p:nvPr>
            <p:ph idx="5" type="subTitle"/>
          </p:nvPr>
        </p:nvSpPr>
        <p:spPr>
          <a:xfrm>
            <a:off x="3484350" y="1891050"/>
            <a:ext cx="21753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4" name="Google Shape;904;p17"/>
          <p:cNvSpPr txBox="1"/>
          <p:nvPr>
            <p:ph idx="6" type="subTitle"/>
          </p:nvPr>
        </p:nvSpPr>
        <p:spPr>
          <a:xfrm>
            <a:off x="6248700" y="1891050"/>
            <a:ext cx="21753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07" name="Google Shape;907;p18"/>
          <p:cNvSpPr txBox="1"/>
          <p:nvPr>
            <p:ph idx="1" type="subTitle"/>
          </p:nvPr>
        </p:nvSpPr>
        <p:spPr>
          <a:xfrm>
            <a:off x="715100" y="1219625"/>
            <a:ext cx="32418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8" name="Google Shape;908;p18"/>
          <p:cNvSpPr txBox="1"/>
          <p:nvPr>
            <p:ph idx="2" type="subTitle"/>
          </p:nvPr>
        </p:nvSpPr>
        <p:spPr>
          <a:xfrm>
            <a:off x="715101" y="1669325"/>
            <a:ext cx="32418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9" name="Google Shape;909;p18"/>
          <p:cNvSpPr txBox="1"/>
          <p:nvPr>
            <p:ph idx="3" type="subTitle"/>
          </p:nvPr>
        </p:nvSpPr>
        <p:spPr>
          <a:xfrm>
            <a:off x="4921072" y="1669325"/>
            <a:ext cx="32418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0" name="Google Shape;910;p18"/>
          <p:cNvSpPr txBox="1"/>
          <p:nvPr>
            <p:ph idx="4" type="subTitle"/>
          </p:nvPr>
        </p:nvSpPr>
        <p:spPr>
          <a:xfrm>
            <a:off x="715101" y="3417650"/>
            <a:ext cx="32418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1" name="Google Shape;911;p18"/>
          <p:cNvSpPr txBox="1"/>
          <p:nvPr>
            <p:ph idx="5" type="subTitle"/>
          </p:nvPr>
        </p:nvSpPr>
        <p:spPr>
          <a:xfrm>
            <a:off x="4921072" y="3417650"/>
            <a:ext cx="32418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2" name="Google Shape;912;p18"/>
          <p:cNvSpPr txBox="1"/>
          <p:nvPr>
            <p:ph idx="6" type="subTitle"/>
          </p:nvPr>
        </p:nvSpPr>
        <p:spPr>
          <a:xfrm>
            <a:off x="715100" y="2967950"/>
            <a:ext cx="32418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3" name="Google Shape;913;p18"/>
          <p:cNvSpPr txBox="1"/>
          <p:nvPr>
            <p:ph idx="7" type="subTitle"/>
          </p:nvPr>
        </p:nvSpPr>
        <p:spPr>
          <a:xfrm>
            <a:off x="4921070" y="1219625"/>
            <a:ext cx="32418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4" name="Google Shape;914;p18"/>
          <p:cNvSpPr txBox="1"/>
          <p:nvPr>
            <p:ph idx="8" type="subTitle"/>
          </p:nvPr>
        </p:nvSpPr>
        <p:spPr>
          <a:xfrm>
            <a:off x="4921070" y="2967950"/>
            <a:ext cx="32418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915" name="Google Shape;915;p18"/>
          <p:cNvGrpSpPr/>
          <p:nvPr/>
        </p:nvGrpSpPr>
        <p:grpSpPr>
          <a:xfrm flipH="1" rot="-3703331">
            <a:off x="8029933" y="2983348"/>
            <a:ext cx="2773651" cy="1801332"/>
            <a:chOff x="2636525" y="1932700"/>
            <a:chExt cx="1743875" cy="1132550"/>
          </a:xfrm>
        </p:grpSpPr>
        <p:sp>
          <p:nvSpPr>
            <p:cNvPr id="916" name="Google Shape;916;p18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8"/>
          <p:cNvGrpSpPr/>
          <p:nvPr/>
        </p:nvGrpSpPr>
        <p:grpSpPr>
          <a:xfrm flipH="1" rot="-9756263">
            <a:off x="7847903" y="-691076"/>
            <a:ext cx="2730422" cy="2858153"/>
            <a:chOff x="378850" y="1624025"/>
            <a:chExt cx="1268150" cy="1327475"/>
          </a:xfrm>
        </p:grpSpPr>
        <p:sp>
          <p:nvSpPr>
            <p:cNvPr id="927" name="Google Shape;927;p18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5" name="Google Shape;955;p18"/>
          <p:cNvGrpSpPr/>
          <p:nvPr/>
        </p:nvGrpSpPr>
        <p:grpSpPr>
          <a:xfrm flipH="1" rot="10800000">
            <a:off x="68973" y="4608508"/>
            <a:ext cx="1866717" cy="1954043"/>
            <a:chOff x="378850" y="1624025"/>
            <a:chExt cx="1268150" cy="1327475"/>
          </a:xfrm>
        </p:grpSpPr>
        <p:sp>
          <p:nvSpPr>
            <p:cNvPr id="956" name="Google Shape;956;p18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8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8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8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8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8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8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8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8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8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8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8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8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8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8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8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8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8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8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8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8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8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8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8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8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8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8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8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4" name="Google Shape;984;p18"/>
          <p:cNvGrpSpPr/>
          <p:nvPr/>
        </p:nvGrpSpPr>
        <p:grpSpPr>
          <a:xfrm rot="-4234531">
            <a:off x="-1086071" y="-1003731"/>
            <a:ext cx="2458783" cy="1596843"/>
            <a:chOff x="2636525" y="1932700"/>
            <a:chExt cx="1743875" cy="1132550"/>
          </a:xfrm>
        </p:grpSpPr>
        <p:sp>
          <p:nvSpPr>
            <p:cNvPr id="985" name="Google Shape;985;p18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8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8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8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8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8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8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8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8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97" name="Google Shape;997;p19"/>
          <p:cNvSpPr txBox="1"/>
          <p:nvPr>
            <p:ph idx="1" type="subTitle"/>
          </p:nvPr>
        </p:nvSpPr>
        <p:spPr>
          <a:xfrm>
            <a:off x="720000" y="1633949"/>
            <a:ext cx="19860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8" name="Google Shape;998;p19"/>
          <p:cNvSpPr txBox="1"/>
          <p:nvPr>
            <p:ph idx="2" type="subTitle"/>
          </p:nvPr>
        </p:nvSpPr>
        <p:spPr>
          <a:xfrm>
            <a:off x="3579000" y="1633949"/>
            <a:ext cx="19860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9" name="Google Shape;999;p19"/>
          <p:cNvSpPr txBox="1"/>
          <p:nvPr>
            <p:ph idx="3" type="subTitle"/>
          </p:nvPr>
        </p:nvSpPr>
        <p:spPr>
          <a:xfrm>
            <a:off x="720000" y="3364250"/>
            <a:ext cx="19860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0" name="Google Shape;1000;p19"/>
          <p:cNvSpPr txBox="1"/>
          <p:nvPr>
            <p:ph idx="4" type="subTitle"/>
          </p:nvPr>
        </p:nvSpPr>
        <p:spPr>
          <a:xfrm>
            <a:off x="3579000" y="3364250"/>
            <a:ext cx="19860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1" name="Google Shape;1001;p19"/>
          <p:cNvSpPr txBox="1"/>
          <p:nvPr>
            <p:ph idx="5" type="subTitle"/>
          </p:nvPr>
        </p:nvSpPr>
        <p:spPr>
          <a:xfrm>
            <a:off x="6438000" y="1633949"/>
            <a:ext cx="19860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2" name="Google Shape;1002;p19"/>
          <p:cNvSpPr txBox="1"/>
          <p:nvPr>
            <p:ph idx="6" type="subTitle"/>
          </p:nvPr>
        </p:nvSpPr>
        <p:spPr>
          <a:xfrm>
            <a:off x="6438000" y="3364250"/>
            <a:ext cx="19860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3" name="Google Shape;1003;p19"/>
          <p:cNvSpPr txBox="1"/>
          <p:nvPr>
            <p:ph idx="7" type="subTitle"/>
          </p:nvPr>
        </p:nvSpPr>
        <p:spPr>
          <a:xfrm>
            <a:off x="720000" y="1336263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4" name="Google Shape;1004;p19"/>
          <p:cNvSpPr txBox="1"/>
          <p:nvPr>
            <p:ph idx="8" type="subTitle"/>
          </p:nvPr>
        </p:nvSpPr>
        <p:spPr>
          <a:xfrm>
            <a:off x="3579000" y="1336263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5" name="Google Shape;1005;p19"/>
          <p:cNvSpPr txBox="1"/>
          <p:nvPr>
            <p:ph idx="9" type="subTitle"/>
          </p:nvPr>
        </p:nvSpPr>
        <p:spPr>
          <a:xfrm>
            <a:off x="6439800" y="1336263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6" name="Google Shape;1006;p19"/>
          <p:cNvSpPr txBox="1"/>
          <p:nvPr>
            <p:ph idx="13" type="subTitle"/>
          </p:nvPr>
        </p:nvSpPr>
        <p:spPr>
          <a:xfrm>
            <a:off x="720000" y="3063350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7" name="Google Shape;1007;p19"/>
          <p:cNvSpPr txBox="1"/>
          <p:nvPr>
            <p:ph idx="14" type="subTitle"/>
          </p:nvPr>
        </p:nvSpPr>
        <p:spPr>
          <a:xfrm>
            <a:off x="3579000" y="3063350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8" name="Google Shape;1008;p19"/>
          <p:cNvSpPr txBox="1"/>
          <p:nvPr>
            <p:ph idx="15" type="subTitle"/>
          </p:nvPr>
        </p:nvSpPr>
        <p:spPr>
          <a:xfrm>
            <a:off x="6439800" y="3063350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009" name="Google Shape;1009;p19"/>
          <p:cNvGrpSpPr/>
          <p:nvPr/>
        </p:nvGrpSpPr>
        <p:grpSpPr>
          <a:xfrm flipH="1" rot="3940031">
            <a:off x="8455180" y="3484584"/>
            <a:ext cx="1866663" cy="1953987"/>
            <a:chOff x="378850" y="1624025"/>
            <a:chExt cx="1268150" cy="1327475"/>
          </a:xfrm>
        </p:grpSpPr>
        <p:sp>
          <p:nvSpPr>
            <p:cNvPr id="1010" name="Google Shape;1010;p19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9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9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9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9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9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9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9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9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9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9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9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9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9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9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9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9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8" name="Google Shape;1038;p19"/>
          <p:cNvGrpSpPr/>
          <p:nvPr/>
        </p:nvGrpSpPr>
        <p:grpSpPr>
          <a:xfrm flipH="1" rot="-9988860">
            <a:off x="7888070" y="104341"/>
            <a:ext cx="2773577" cy="1801284"/>
            <a:chOff x="2636525" y="1932700"/>
            <a:chExt cx="1743875" cy="1132550"/>
          </a:xfrm>
        </p:grpSpPr>
        <p:sp>
          <p:nvSpPr>
            <p:cNvPr id="1039" name="Google Shape;1039;p19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9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9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9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9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9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9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9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9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9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9" name="Google Shape;1049;p19"/>
          <p:cNvGrpSpPr/>
          <p:nvPr/>
        </p:nvGrpSpPr>
        <p:grpSpPr>
          <a:xfrm rot="-7667501">
            <a:off x="-430625" y="-1419001"/>
            <a:ext cx="1866654" cy="1953977"/>
            <a:chOff x="378850" y="1624025"/>
            <a:chExt cx="1268150" cy="1327475"/>
          </a:xfrm>
        </p:grpSpPr>
        <p:sp>
          <p:nvSpPr>
            <p:cNvPr id="1050" name="Google Shape;1050;p19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9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9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9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9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9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9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9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9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9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9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9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9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9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9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9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9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9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9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9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9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9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9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9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9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9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9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9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9" name="Google Shape;1079;p20"/>
          <p:cNvGrpSpPr/>
          <p:nvPr/>
        </p:nvGrpSpPr>
        <p:grpSpPr>
          <a:xfrm flipH="1" rot="6204522">
            <a:off x="8598964" y="1891009"/>
            <a:ext cx="3886553" cy="4068498"/>
            <a:chOff x="378850" y="1624025"/>
            <a:chExt cx="1268150" cy="1327475"/>
          </a:xfrm>
        </p:grpSpPr>
        <p:sp>
          <p:nvSpPr>
            <p:cNvPr id="1080" name="Google Shape;1080;p20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0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0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0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0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0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0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0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0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0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0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0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20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20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20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20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0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0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0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0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0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0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0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0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0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0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0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0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8" name="Google Shape;1108;p20"/>
          <p:cNvGrpSpPr/>
          <p:nvPr/>
        </p:nvGrpSpPr>
        <p:grpSpPr>
          <a:xfrm flipH="1" rot="-8647267">
            <a:off x="-546006" y="-534053"/>
            <a:ext cx="1420972" cy="1487446"/>
            <a:chOff x="378850" y="1624025"/>
            <a:chExt cx="1268150" cy="1327475"/>
          </a:xfrm>
        </p:grpSpPr>
        <p:sp>
          <p:nvSpPr>
            <p:cNvPr id="1109" name="Google Shape;1109;p20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0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0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0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0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0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0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0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0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0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0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0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0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0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0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0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0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20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0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0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20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20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0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0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20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0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0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20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7" name="Google Shape;1137;p20"/>
          <p:cNvGrpSpPr/>
          <p:nvPr/>
        </p:nvGrpSpPr>
        <p:grpSpPr>
          <a:xfrm flipH="1" rot="374560">
            <a:off x="-1073369" y="4002335"/>
            <a:ext cx="1866727" cy="1212335"/>
            <a:chOff x="2636525" y="1932700"/>
            <a:chExt cx="1743875" cy="1132550"/>
          </a:xfrm>
        </p:grpSpPr>
        <p:sp>
          <p:nvSpPr>
            <p:cNvPr id="1138" name="Google Shape;1138;p20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0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20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20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0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0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0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0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0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0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8" name="Google Shape;1148;p20"/>
          <p:cNvGrpSpPr/>
          <p:nvPr/>
        </p:nvGrpSpPr>
        <p:grpSpPr>
          <a:xfrm flipH="1" rot="3862935">
            <a:off x="7305068" y="-1311975"/>
            <a:ext cx="2773727" cy="1801382"/>
            <a:chOff x="2636525" y="1932700"/>
            <a:chExt cx="1743875" cy="1132550"/>
          </a:xfrm>
        </p:grpSpPr>
        <p:sp>
          <p:nvSpPr>
            <p:cNvPr id="1149" name="Google Shape;1149;p20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0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0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0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0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0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0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0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0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20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9" name="Google Shape;115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1" name="Google Shape;1161;p21"/>
          <p:cNvGrpSpPr/>
          <p:nvPr/>
        </p:nvGrpSpPr>
        <p:grpSpPr>
          <a:xfrm rot="4595524">
            <a:off x="7469464" y="-1959375"/>
            <a:ext cx="3031977" cy="3173815"/>
            <a:chOff x="378850" y="1624025"/>
            <a:chExt cx="1268150" cy="1327475"/>
          </a:xfrm>
        </p:grpSpPr>
        <p:sp>
          <p:nvSpPr>
            <p:cNvPr id="1162" name="Google Shape;1162;p21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1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1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1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1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1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1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1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1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1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1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1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1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1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1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1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1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1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1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1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1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1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1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1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1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1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1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1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0" name="Google Shape;1190;p21"/>
          <p:cNvGrpSpPr/>
          <p:nvPr/>
        </p:nvGrpSpPr>
        <p:grpSpPr>
          <a:xfrm rot="9104822">
            <a:off x="-630724" y="3690252"/>
            <a:ext cx="1420947" cy="1487420"/>
            <a:chOff x="378850" y="1624025"/>
            <a:chExt cx="1268150" cy="1327475"/>
          </a:xfrm>
        </p:grpSpPr>
        <p:sp>
          <p:nvSpPr>
            <p:cNvPr id="1191" name="Google Shape;1191;p21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21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1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1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1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1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1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1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1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1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1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1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1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1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1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1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1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1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1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1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1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1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1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1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1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1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1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1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9" name="Google Shape;1219;p21"/>
          <p:cNvGrpSpPr/>
          <p:nvPr/>
        </p:nvGrpSpPr>
        <p:grpSpPr>
          <a:xfrm rot="10425440">
            <a:off x="-488419" y="-708434"/>
            <a:ext cx="1866727" cy="1212335"/>
            <a:chOff x="2636525" y="1932700"/>
            <a:chExt cx="1743875" cy="1132550"/>
          </a:xfrm>
        </p:grpSpPr>
        <p:sp>
          <p:nvSpPr>
            <p:cNvPr id="1220" name="Google Shape;1220;p21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1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1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1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1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1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1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1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1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1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0" name="Google Shape;1230;p21"/>
          <p:cNvGrpSpPr/>
          <p:nvPr/>
        </p:nvGrpSpPr>
        <p:grpSpPr>
          <a:xfrm rot="6937065">
            <a:off x="7253530" y="4748605"/>
            <a:ext cx="2773727" cy="1801382"/>
            <a:chOff x="2636525" y="1932700"/>
            <a:chExt cx="1743875" cy="1132550"/>
          </a:xfrm>
        </p:grpSpPr>
        <p:sp>
          <p:nvSpPr>
            <p:cNvPr id="1231" name="Google Shape;1231;p21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1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1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1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1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1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1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1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1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1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1" name="Google Shape;1241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22"/>
          <p:cNvSpPr txBox="1"/>
          <p:nvPr/>
        </p:nvSpPr>
        <p:spPr>
          <a:xfrm>
            <a:off x="4915300" y="3537875"/>
            <a:ext cx="351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highlight>
                <a:srgbClr val="DFDEFC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4" name="Google Shape;1244;p22"/>
          <p:cNvSpPr txBox="1"/>
          <p:nvPr>
            <p:ph type="ctrTitle"/>
          </p:nvPr>
        </p:nvSpPr>
        <p:spPr>
          <a:xfrm>
            <a:off x="4915300" y="669825"/>
            <a:ext cx="3513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45" name="Google Shape;1245;p22"/>
          <p:cNvSpPr txBox="1"/>
          <p:nvPr>
            <p:ph idx="1" type="subTitle"/>
          </p:nvPr>
        </p:nvSpPr>
        <p:spPr>
          <a:xfrm>
            <a:off x="4915300" y="1707475"/>
            <a:ext cx="3513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46" name="Google Shape;1246;p22"/>
          <p:cNvGrpSpPr/>
          <p:nvPr/>
        </p:nvGrpSpPr>
        <p:grpSpPr>
          <a:xfrm>
            <a:off x="-827730" y="-1907705"/>
            <a:ext cx="3085663" cy="3230012"/>
            <a:chOff x="378850" y="1624025"/>
            <a:chExt cx="1268150" cy="1327475"/>
          </a:xfrm>
        </p:grpSpPr>
        <p:sp>
          <p:nvSpPr>
            <p:cNvPr id="1247" name="Google Shape;1247;p22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2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2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2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2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2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2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2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2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2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2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2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2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2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2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2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2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2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2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2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2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2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2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2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2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2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2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2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2"/>
          <p:cNvGrpSpPr/>
          <p:nvPr/>
        </p:nvGrpSpPr>
        <p:grpSpPr>
          <a:xfrm rot="-7729676">
            <a:off x="-1635141" y="3701702"/>
            <a:ext cx="3712576" cy="2411112"/>
            <a:chOff x="2636525" y="1932700"/>
            <a:chExt cx="1743875" cy="1132550"/>
          </a:xfrm>
        </p:grpSpPr>
        <p:sp>
          <p:nvSpPr>
            <p:cNvPr id="1276" name="Google Shape;1276;p22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2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2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2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2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2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2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2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2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2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7" name="Google Shape;1287;p23"/>
          <p:cNvGrpSpPr/>
          <p:nvPr/>
        </p:nvGrpSpPr>
        <p:grpSpPr>
          <a:xfrm>
            <a:off x="-361452" y="-727108"/>
            <a:ext cx="1866717" cy="1954043"/>
            <a:chOff x="378850" y="1624025"/>
            <a:chExt cx="1268150" cy="1327475"/>
          </a:xfrm>
        </p:grpSpPr>
        <p:sp>
          <p:nvSpPr>
            <p:cNvPr id="1288" name="Google Shape;1288;p23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3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3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3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3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3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3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3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3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3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3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3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3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3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3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3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3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3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3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3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3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3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3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3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3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3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3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3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6" name="Google Shape;1316;p23"/>
          <p:cNvGrpSpPr/>
          <p:nvPr/>
        </p:nvGrpSpPr>
        <p:grpSpPr>
          <a:xfrm rot="-7096669">
            <a:off x="7559083" y="-11236"/>
            <a:ext cx="2773651" cy="1801332"/>
            <a:chOff x="2636525" y="1932700"/>
            <a:chExt cx="1743875" cy="1132550"/>
          </a:xfrm>
        </p:grpSpPr>
        <p:sp>
          <p:nvSpPr>
            <p:cNvPr id="1317" name="Google Shape;1317;p23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3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3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3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3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3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3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3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3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3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7" name="Google Shape;1327;p23"/>
          <p:cNvGrpSpPr/>
          <p:nvPr/>
        </p:nvGrpSpPr>
        <p:grpSpPr>
          <a:xfrm rot="5078606">
            <a:off x="7198427" y="3860203"/>
            <a:ext cx="2730457" cy="2858190"/>
            <a:chOff x="378850" y="1624025"/>
            <a:chExt cx="1268150" cy="1327475"/>
          </a:xfrm>
        </p:grpSpPr>
        <p:sp>
          <p:nvSpPr>
            <p:cNvPr id="1328" name="Google Shape;1328;p23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3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3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3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3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3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3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3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3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3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3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3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3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3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3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3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3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3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3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3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3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3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3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3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3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3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3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3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6" name="Google Shape;1356;p23"/>
          <p:cNvGrpSpPr/>
          <p:nvPr/>
        </p:nvGrpSpPr>
        <p:grpSpPr>
          <a:xfrm rot="10425341">
            <a:off x="-671747" y="4241575"/>
            <a:ext cx="2773697" cy="1801362"/>
            <a:chOff x="2636525" y="1932700"/>
            <a:chExt cx="1743875" cy="1132550"/>
          </a:xfrm>
        </p:grpSpPr>
        <p:sp>
          <p:nvSpPr>
            <p:cNvPr id="1357" name="Google Shape;1357;p23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3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3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3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3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3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3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3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3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3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8" name="Google Shape;1368;p24"/>
          <p:cNvGrpSpPr/>
          <p:nvPr/>
        </p:nvGrpSpPr>
        <p:grpSpPr>
          <a:xfrm flipH="1" rot="6204522">
            <a:off x="8598964" y="1891009"/>
            <a:ext cx="3886553" cy="4068498"/>
            <a:chOff x="378850" y="1624025"/>
            <a:chExt cx="1268150" cy="1327475"/>
          </a:xfrm>
        </p:grpSpPr>
        <p:sp>
          <p:nvSpPr>
            <p:cNvPr id="1369" name="Google Shape;1369;p24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4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4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4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4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4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4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4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4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4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4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4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4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4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4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4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4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4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4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4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4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4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4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4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4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4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4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4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7" name="Google Shape;1397;p24"/>
          <p:cNvGrpSpPr/>
          <p:nvPr/>
        </p:nvGrpSpPr>
        <p:grpSpPr>
          <a:xfrm flipH="1" rot="-8647267">
            <a:off x="-546006" y="-534053"/>
            <a:ext cx="1420972" cy="1487446"/>
            <a:chOff x="378850" y="1624025"/>
            <a:chExt cx="1268150" cy="1327475"/>
          </a:xfrm>
        </p:grpSpPr>
        <p:sp>
          <p:nvSpPr>
            <p:cNvPr id="1398" name="Google Shape;1398;p24"/>
            <p:cNvSpPr/>
            <p:nvPr/>
          </p:nvSpPr>
          <p:spPr>
            <a:xfrm>
              <a:off x="394900" y="2194525"/>
              <a:ext cx="202525" cy="741825"/>
            </a:xfrm>
            <a:custGeom>
              <a:rect b="b" l="l" r="r" t="t"/>
              <a:pathLst>
                <a:path extrusionOk="0" h="29673" w="8101">
                  <a:moveTo>
                    <a:pt x="134" y="135"/>
                  </a:moveTo>
                  <a:lnTo>
                    <a:pt x="7958" y="1214"/>
                  </a:lnTo>
                  <a:lnTo>
                    <a:pt x="1811" y="29128"/>
                  </a:lnTo>
                  <a:lnTo>
                    <a:pt x="134" y="135"/>
                  </a:lnTo>
                  <a:close/>
                  <a:moveTo>
                    <a:pt x="81" y="1"/>
                  </a:moveTo>
                  <a:cubicBezTo>
                    <a:pt x="54" y="1"/>
                    <a:pt x="36" y="1"/>
                    <a:pt x="27" y="19"/>
                  </a:cubicBezTo>
                  <a:cubicBezTo>
                    <a:pt x="9" y="28"/>
                    <a:pt x="0" y="45"/>
                    <a:pt x="0" y="63"/>
                  </a:cubicBezTo>
                  <a:lnTo>
                    <a:pt x="1704" y="29610"/>
                  </a:lnTo>
                  <a:cubicBezTo>
                    <a:pt x="1713" y="29636"/>
                    <a:pt x="1740" y="29663"/>
                    <a:pt x="1767" y="29672"/>
                  </a:cubicBezTo>
                  <a:lnTo>
                    <a:pt x="1776" y="29672"/>
                  </a:lnTo>
                  <a:cubicBezTo>
                    <a:pt x="1803" y="29672"/>
                    <a:pt x="1829" y="29645"/>
                    <a:pt x="1838" y="29619"/>
                  </a:cubicBezTo>
                  <a:lnTo>
                    <a:pt x="8101" y="1178"/>
                  </a:lnTo>
                  <a:cubicBezTo>
                    <a:pt x="8101" y="1161"/>
                    <a:pt x="8101" y="1143"/>
                    <a:pt x="8092" y="1125"/>
                  </a:cubicBezTo>
                  <a:cubicBezTo>
                    <a:pt x="8074" y="1107"/>
                    <a:pt x="8065" y="1098"/>
                    <a:pt x="8047" y="1098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4"/>
            <p:cNvSpPr/>
            <p:nvPr/>
          </p:nvSpPr>
          <p:spPr>
            <a:xfrm>
              <a:off x="1237275" y="1639725"/>
              <a:ext cx="396550" cy="798150"/>
            </a:xfrm>
            <a:custGeom>
              <a:rect b="b" l="l" r="r" t="t"/>
              <a:pathLst>
                <a:path extrusionOk="0" h="31926" w="15862">
                  <a:moveTo>
                    <a:pt x="14006" y="220"/>
                  </a:moveTo>
                  <a:lnTo>
                    <a:pt x="15719" y="31685"/>
                  </a:lnTo>
                  <a:lnTo>
                    <a:pt x="161" y="15556"/>
                  </a:lnTo>
                  <a:lnTo>
                    <a:pt x="14006" y="220"/>
                  </a:lnTo>
                  <a:close/>
                  <a:moveTo>
                    <a:pt x="14055" y="1"/>
                  </a:moveTo>
                  <a:cubicBezTo>
                    <a:pt x="14041" y="1"/>
                    <a:pt x="14027" y="7"/>
                    <a:pt x="14015" y="24"/>
                  </a:cubicBezTo>
                  <a:lnTo>
                    <a:pt x="27" y="15511"/>
                  </a:lnTo>
                  <a:cubicBezTo>
                    <a:pt x="0" y="15538"/>
                    <a:pt x="0" y="15573"/>
                    <a:pt x="27" y="15600"/>
                  </a:cubicBezTo>
                  <a:lnTo>
                    <a:pt x="15746" y="31899"/>
                  </a:lnTo>
                  <a:cubicBezTo>
                    <a:pt x="15755" y="31917"/>
                    <a:pt x="15773" y="31926"/>
                    <a:pt x="15791" y="31926"/>
                  </a:cubicBezTo>
                  <a:cubicBezTo>
                    <a:pt x="15799" y="31926"/>
                    <a:pt x="15808" y="31917"/>
                    <a:pt x="15817" y="31917"/>
                  </a:cubicBezTo>
                  <a:cubicBezTo>
                    <a:pt x="15844" y="31908"/>
                    <a:pt x="15862" y="31881"/>
                    <a:pt x="15862" y="31854"/>
                  </a:cubicBezTo>
                  <a:lnTo>
                    <a:pt x="14122" y="60"/>
                  </a:lnTo>
                  <a:cubicBezTo>
                    <a:pt x="14122" y="33"/>
                    <a:pt x="14104" y="15"/>
                    <a:pt x="14078" y="6"/>
                  </a:cubicBezTo>
                  <a:cubicBezTo>
                    <a:pt x="14071" y="3"/>
                    <a:pt x="14063" y="1"/>
                    <a:pt x="1405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4"/>
            <p:cNvSpPr/>
            <p:nvPr/>
          </p:nvSpPr>
          <p:spPr>
            <a:xfrm>
              <a:off x="809500" y="1639600"/>
              <a:ext cx="781075" cy="390600"/>
            </a:xfrm>
            <a:custGeom>
              <a:rect b="b" l="l" r="r" t="t"/>
              <a:pathLst>
                <a:path extrusionOk="0" h="15624" w="31243">
                  <a:moveTo>
                    <a:pt x="31010" y="154"/>
                  </a:moveTo>
                  <a:lnTo>
                    <a:pt x="17174" y="15471"/>
                  </a:lnTo>
                  <a:lnTo>
                    <a:pt x="251" y="3526"/>
                  </a:lnTo>
                  <a:lnTo>
                    <a:pt x="31010" y="154"/>
                  </a:lnTo>
                  <a:close/>
                  <a:moveTo>
                    <a:pt x="31176" y="0"/>
                  </a:moveTo>
                  <a:cubicBezTo>
                    <a:pt x="31171" y="0"/>
                    <a:pt x="31167" y="1"/>
                    <a:pt x="31162" y="2"/>
                  </a:cubicBezTo>
                  <a:lnTo>
                    <a:pt x="63" y="3410"/>
                  </a:lnTo>
                  <a:cubicBezTo>
                    <a:pt x="36" y="3419"/>
                    <a:pt x="10" y="3437"/>
                    <a:pt x="10" y="3464"/>
                  </a:cubicBezTo>
                  <a:cubicBezTo>
                    <a:pt x="1" y="3491"/>
                    <a:pt x="10" y="3517"/>
                    <a:pt x="27" y="3535"/>
                  </a:cubicBezTo>
                  <a:lnTo>
                    <a:pt x="17147" y="15614"/>
                  </a:lnTo>
                  <a:cubicBezTo>
                    <a:pt x="17156" y="15623"/>
                    <a:pt x="17174" y="15623"/>
                    <a:pt x="17183" y="15623"/>
                  </a:cubicBezTo>
                  <a:cubicBezTo>
                    <a:pt x="17200" y="15623"/>
                    <a:pt x="17218" y="15623"/>
                    <a:pt x="17236" y="15605"/>
                  </a:cubicBezTo>
                  <a:lnTo>
                    <a:pt x="31215" y="109"/>
                  </a:lnTo>
                  <a:cubicBezTo>
                    <a:pt x="31233" y="92"/>
                    <a:pt x="31242" y="65"/>
                    <a:pt x="31224" y="38"/>
                  </a:cubicBezTo>
                  <a:cubicBezTo>
                    <a:pt x="31217" y="16"/>
                    <a:pt x="31198" y="0"/>
                    <a:pt x="3117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4"/>
            <p:cNvSpPr/>
            <p:nvPr/>
          </p:nvSpPr>
          <p:spPr>
            <a:xfrm>
              <a:off x="1132225" y="2434500"/>
              <a:ext cx="501600" cy="476200"/>
            </a:xfrm>
            <a:custGeom>
              <a:rect b="b" l="l" r="r" t="t"/>
              <a:pathLst>
                <a:path extrusionOk="0" h="19048" w="20064">
                  <a:moveTo>
                    <a:pt x="19716" y="286"/>
                  </a:moveTo>
                  <a:lnTo>
                    <a:pt x="3310" y="18860"/>
                  </a:lnTo>
                  <a:lnTo>
                    <a:pt x="152" y="10599"/>
                  </a:lnTo>
                  <a:lnTo>
                    <a:pt x="19716" y="286"/>
                  </a:lnTo>
                  <a:close/>
                  <a:moveTo>
                    <a:pt x="19996" y="0"/>
                  </a:moveTo>
                  <a:cubicBezTo>
                    <a:pt x="19986" y="0"/>
                    <a:pt x="19975" y="3"/>
                    <a:pt x="19966" y="10"/>
                  </a:cubicBezTo>
                  <a:lnTo>
                    <a:pt x="45" y="10519"/>
                  </a:lnTo>
                  <a:cubicBezTo>
                    <a:pt x="9" y="10528"/>
                    <a:pt x="0" y="10563"/>
                    <a:pt x="9" y="10599"/>
                  </a:cubicBezTo>
                  <a:lnTo>
                    <a:pt x="3230" y="19011"/>
                  </a:lnTo>
                  <a:cubicBezTo>
                    <a:pt x="3239" y="19029"/>
                    <a:pt x="3257" y="19047"/>
                    <a:pt x="3283" y="19047"/>
                  </a:cubicBezTo>
                  <a:lnTo>
                    <a:pt x="3292" y="19047"/>
                  </a:lnTo>
                  <a:cubicBezTo>
                    <a:pt x="3310" y="19047"/>
                    <a:pt x="3328" y="19047"/>
                    <a:pt x="3337" y="19029"/>
                  </a:cubicBezTo>
                  <a:lnTo>
                    <a:pt x="20046" y="108"/>
                  </a:lnTo>
                  <a:cubicBezTo>
                    <a:pt x="20064" y="90"/>
                    <a:pt x="20064" y="54"/>
                    <a:pt x="20046" y="28"/>
                  </a:cubicBezTo>
                  <a:cubicBezTo>
                    <a:pt x="20035" y="10"/>
                    <a:pt x="20016" y="0"/>
                    <a:pt x="1999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4"/>
            <p:cNvSpPr/>
            <p:nvPr/>
          </p:nvSpPr>
          <p:spPr>
            <a:xfrm>
              <a:off x="394900" y="1724925"/>
              <a:ext cx="418200" cy="500200"/>
            </a:xfrm>
            <a:custGeom>
              <a:rect b="b" l="l" r="r" t="t"/>
              <a:pathLst>
                <a:path extrusionOk="0" h="20008" w="16728">
                  <a:moveTo>
                    <a:pt x="16433" y="417"/>
                  </a:moveTo>
                  <a:lnTo>
                    <a:pt x="7994" y="19873"/>
                  </a:lnTo>
                  <a:lnTo>
                    <a:pt x="197" y="18803"/>
                  </a:lnTo>
                  <a:lnTo>
                    <a:pt x="16433" y="417"/>
                  </a:lnTo>
                  <a:close/>
                  <a:moveTo>
                    <a:pt x="16660" y="1"/>
                  </a:moveTo>
                  <a:cubicBezTo>
                    <a:pt x="16640" y="1"/>
                    <a:pt x="16620" y="7"/>
                    <a:pt x="16603" y="24"/>
                  </a:cubicBezTo>
                  <a:lnTo>
                    <a:pt x="18" y="18803"/>
                  </a:lnTo>
                  <a:cubicBezTo>
                    <a:pt x="0" y="18821"/>
                    <a:pt x="0" y="18847"/>
                    <a:pt x="9" y="18874"/>
                  </a:cubicBezTo>
                  <a:cubicBezTo>
                    <a:pt x="18" y="18892"/>
                    <a:pt x="36" y="18910"/>
                    <a:pt x="63" y="18910"/>
                  </a:cubicBezTo>
                  <a:lnTo>
                    <a:pt x="8029" y="20007"/>
                  </a:lnTo>
                  <a:lnTo>
                    <a:pt x="8038" y="20007"/>
                  </a:lnTo>
                  <a:cubicBezTo>
                    <a:pt x="8056" y="20007"/>
                    <a:pt x="8083" y="19998"/>
                    <a:pt x="8092" y="19971"/>
                  </a:cubicBezTo>
                  <a:lnTo>
                    <a:pt x="16710" y="86"/>
                  </a:lnTo>
                  <a:cubicBezTo>
                    <a:pt x="16727" y="60"/>
                    <a:pt x="16719" y="24"/>
                    <a:pt x="16692" y="6"/>
                  </a:cubicBezTo>
                  <a:cubicBezTo>
                    <a:pt x="16682" y="3"/>
                    <a:pt x="16671" y="1"/>
                    <a:pt x="16660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4"/>
            <p:cNvSpPr/>
            <p:nvPr/>
          </p:nvSpPr>
          <p:spPr>
            <a:xfrm>
              <a:off x="437500" y="2697175"/>
              <a:ext cx="778825" cy="239175"/>
            </a:xfrm>
            <a:custGeom>
              <a:rect b="b" l="l" r="r" t="t"/>
              <a:pathLst>
                <a:path extrusionOk="0" h="9567" w="31153">
                  <a:moveTo>
                    <a:pt x="27825" y="146"/>
                  </a:moveTo>
                  <a:lnTo>
                    <a:pt x="30983" y="8415"/>
                  </a:lnTo>
                  <a:lnTo>
                    <a:pt x="509" y="9414"/>
                  </a:lnTo>
                  <a:lnTo>
                    <a:pt x="509" y="9414"/>
                  </a:lnTo>
                  <a:lnTo>
                    <a:pt x="27825" y="146"/>
                  </a:lnTo>
                  <a:close/>
                  <a:moveTo>
                    <a:pt x="27858" y="0"/>
                  </a:moveTo>
                  <a:cubicBezTo>
                    <a:pt x="27853" y="0"/>
                    <a:pt x="27848" y="1"/>
                    <a:pt x="27843" y="3"/>
                  </a:cubicBezTo>
                  <a:lnTo>
                    <a:pt x="45" y="9432"/>
                  </a:lnTo>
                  <a:cubicBezTo>
                    <a:pt x="18" y="9450"/>
                    <a:pt x="0" y="9477"/>
                    <a:pt x="9" y="9513"/>
                  </a:cubicBezTo>
                  <a:cubicBezTo>
                    <a:pt x="9" y="9539"/>
                    <a:pt x="36" y="9566"/>
                    <a:pt x="72" y="9566"/>
                  </a:cubicBezTo>
                  <a:lnTo>
                    <a:pt x="31081" y="8540"/>
                  </a:lnTo>
                  <a:cubicBezTo>
                    <a:pt x="31099" y="8540"/>
                    <a:pt x="31126" y="8531"/>
                    <a:pt x="31135" y="8513"/>
                  </a:cubicBezTo>
                  <a:cubicBezTo>
                    <a:pt x="31144" y="8496"/>
                    <a:pt x="31153" y="8478"/>
                    <a:pt x="31144" y="8451"/>
                  </a:cubicBezTo>
                  <a:lnTo>
                    <a:pt x="27923" y="38"/>
                  </a:lnTo>
                  <a:cubicBezTo>
                    <a:pt x="27909" y="16"/>
                    <a:pt x="27882" y="0"/>
                    <a:pt x="27858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4"/>
            <p:cNvSpPr/>
            <p:nvPr/>
          </p:nvSpPr>
          <p:spPr>
            <a:xfrm>
              <a:off x="594050" y="2027050"/>
              <a:ext cx="646825" cy="673325"/>
            </a:xfrm>
            <a:custGeom>
              <a:rect b="b" l="l" r="r" t="t"/>
              <a:pathLst>
                <a:path extrusionOk="0" h="26933" w="25873">
                  <a:moveTo>
                    <a:pt x="25720" y="152"/>
                  </a:moveTo>
                  <a:lnTo>
                    <a:pt x="21554" y="26745"/>
                  </a:lnTo>
                  <a:lnTo>
                    <a:pt x="197" y="7886"/>
                  </a:lnTo>
                  <a:lnTo>
                    <a:pt x="25720" y="152"/>
                  </a:lnTo>
                  <a:close/>
                  <a:moveTo>
                    <a:pt x="25783" y="0"/>
                  </a:moveTo>
                  <a:lnTo>
                    <a:pt x="55" y="7797"/>
                  </a:lnTo>
                  <a:cubicBezTo>
                    <a:pt x="28" y="7806"/>
                    <a:pt x="10" y="7824"/>
                    <a:pt x="10" y="7851"/>
                  </a:cubicBezTo>
                  <a:cubicBezTo>
                    <a:pt x="1" y="7868"/>
                    <a:pt x="10" y="7895"/>
                    <a:pt x="28" y="7913"/>
                  </a:cubicBezTo>
                  <a:lnTo>
                    <a:pt x="21554" y="26915"/>
                  </a:lnTo>
                  <a:cubicBezTo>
                    <a:pt x="21563" y="26933"/>
                    <a:pt x="21581" y="26933"/>
                    <a:pt x="21599" y="26933"/>
                  </a:cubicBezTo>
                  <a:lnTo>
                    <a:pt x="21617" y="26933"/>
                  </a:lnTo>
                  <a:cubicBezTo>
                    <a:pt x="21643" y="26924"/>
                    <a:pt x="21661" y="26906"/>
                    <a:pt x="21661" y="26879"/>
                  </a:cubicBezTo>
                  <a:lnTo>
                    <a:pt x="25863" y="72"/>
                  </a:lnTo>
                  <a:cubicBezTo>
                    <a:pt x="25872" y="54"/>
                    <a:pt x="25863" y="27"/>
                    <a:pt x="25845" y="18"/>
                  </a:cubicBezTo>
                  <a:cubicBezTo>
                    <a:pt x="25827" y="0"/>
                    <a:pt x="25810" y="0"/>
                    <a:pt x="2578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4"/>
            <p:cNvSpPr/>
            <p:nvPr/>
          </p:nvSpPr>
          <p:spPr>
            <a:xfrm>
              <a:off x="1132225" y="2026950"/>
              <a:ext cx="501600" cy="673425"/>
            </a:xfrm>
            <a:custGeom>
              <a:rect b="b" l="l" r="r" t="t"/>
              <a:pathLst>
                <a:path extrusionOk="0" h="26937" w="20064">
                  <a:moveTo>
                    <a:pt x="4318" y="209"/>
                  </a:moveTo>
                  <a:lnTo>
                    <a:pt x="19885" y="16347"/>
                  </a:lnTo>
                  <a:lnTo>
                    <a:pt x="152" y="26758"/>
                  </a:lnTo>
                  <a:lnTo>
                    <a:pt x="4318" y="209"/>
                  </a:lnTo>
                  <a:close/>
                  <a:moveTo>
                    <a:pt x="4277" y="1"/>
                  </a:moveTo>
                  <a:cubicBezTo>
                    <a:pt x="4270" y="1"/>
                    <a:pt x="4263" y="2"/>
                    <a:pt x="4256" y="4"/>
                  </a:cubicBezTo>
                  <a:cubicBezTo>
                    <a:pt x="4229" y="13"/>
                    <a:pt x="4220" y="31"/>
                    <a:pt x="4211" y="58"/>
                  </a:cubicBezTo>
                  <a:lnTo>
                    <a:pt x="9" y="26865"/>
                  </a:lnTo>
                  <a:cubicBezTo>
                    <a:pt x="0" y="26892"/>
                    <a:pt x="9" y="26910"/>
                    <a:pt x="36" y="26928"/>
                  </a:cubicBezTo>
                  <a:cubicBezTo>
                    <a:pt x="45" y="26937"/>
                    <a:pt x="54" y="26937"/>
                    <a:pt x="72" y="26937"/>
                  </a:cubicBezTo>
                  <a:cubicBezTo>
                    <a:pt x="81" y="26937"/>
                    <a:pt x="90" y="26937"/>
                    <a:pt x="99" y="26928"/>
                  </a:cubicBezTo>
                  <a:lnTo>
                    <a:pt x="20028" y="16428"/>
                  </a:lnTo>
                  <a:cubicBezTo>
                    <a:pt x="20046" y="16419"/>
                    <a:pt x="20055" y="16401"/>
                    <a:pt x="20055" y="16383"/>
                  </a:cubicBezTo>
                  <a:cubicBezTo>
                    <a:pt x="20064" y="16356"/>
                    <a:pt x="20055" y="16339"/>
                    <a:pt x="20046" y="16321"/>
                  </a:cubicBezTo>
                  <a:lnTo>
                    <a:pt x="4327" y="22"/>
                  </a:lnTo>
                  <a:cubicBezTo>
                    <a:pt x="4314" y="9"/>
                    <a:pt x="4296" y="1"/>
                    <a:pt x="427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4"/>
            <p:cNvSpPr/>
            <p:nvPr/>
          </p:nvSpPr>
          <p:spPr>
            <a:xfrm>
              <a:off x="594050" y="1724925"/>
              <a:ext cx="646825" cy="500200"/>
            </a:xfrm>
            <a:custGeom>
              <a:rect b="b" l="l" r="r" t="t"/>
              <a:pathLst>
                <a:path extrusionOk="0" h="20008" w="25873">
                  <a:moveTo>
                    <a:pt x="8717" y="167"/>
                  </a:moveTo>
                  <a:lnTo>
                    <a:pt x="25658" y="12121"/>
                  </a:lnTo>
                  <a:lnTo>
                    <a:pt x="188" y="19846"/>
                  </a:lnTo>
                  <a:lnTo>
                    <a:pt x="188" y="19846"/>
                  </a:lnTo>
                  <a:lnTo>
                    <a:pt x="8717" y="167"/>
                  </a:lnTo>
                  <a:close/>
                  <a:moveTo>
                    <a:pt x="8694" y="0"/>
                  </a:moveTo>
                  <a:cubicBezTo>
                    <a:pt x="8687" y="0"/>
                    <a:pt x="8680" y="2"/>
                    <a:pt x="8672" y="6"/>
                  </a:cubicBezTo>
                  <a:cubicBezTo>
                    <a:pt x="8654" y="6"/>
                    <a:pt x="8637" y="24"/>
                    <a:pt x="8628" y="42"/>
                  </a:cubicBezTo>
                  <a:lnTo>
                    <a:pt x="10" y="19918"/>
                  </a:lnTo>
                  <a:cubicBezTo>
                    <a:pt x="1" y="19945"/>
                    <a:pt x="1" y="19971"/>
                    <a:pt x="19" y="19989"/>
                  </a:cubicBezTo>
                  <a:cubicBezTo>
                    <a:pt x="37" y="20007"/>
                    <a:pt x="55" y="20007"/>
                    <a:pt x="72" y="20007"/>
                  </a:cubicBezTo>
                  <a:lnTo>
                    <a:pt x="90" y="20007"/>
                  </a:lnTo>
                  <a:lnTo>
                    <a:pt x="25818" y="12210"/>
                  </a:lnTo>
                  <a:cubicBezTo>
                    <a:pt x="25845" y="12201"/>
                    <a:pt x="25863" y="12183"/>
                    <a:pt x="25872" y="12157"/>
                  </a:cubicBezTo>
                  <a:cubicBezTo>
                    <a:pt x="25872" y="12139"/>
                    <a:pt x="25863" y="12112"/>
                    <a:pt x="25845" y="12094"/>
                  </a:cubicBezTo>
                  <a:lnTo>
                    <a:pt x="8726" y="15"/>
                  </a:lnTo>
                  <a:cubicBezTo>
                    <a:pt x="8715" y="5"/>
                    <a:pt x="8705" y="0"/>
                    <a:pt x="8694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4"/>
            <p:cNvSpPr/>
            <p:nvPr/>
          </p:nvSpPr>
          <p:spPr>
            <a:xfrm>
              <a:off x="437500" y="2221875"/>
              <a:ext cx="698325" cy="714475"/>
            </a:xfrm>
            <a:custGeom>
              <a:rect b="b" l="l" r="r" t="t"/>
              <a:pathLst>
                <a:path extrusionOk="0" h="28579" w="27933">
                  <a:moveTo>
                    <a:pt x="6370" y="191"/>
                  </a:moveTo>
                  <a:lnTo>
                    <a:pt x="27736" y="19050"/>
                  </a:lnTo>
                  <a:lnTo>
                    <a:pt x="161" y="28409"/>
                  </a:lnTo>
                  <a:lnTo>
                    <a:pt x="6370" y="191"/>
                  </a:lnTo>
                  <a:close/>
                  <a:moveTo>
                    <a:pt x="6327" y="1"/>
                  </a:moveTo>
                  <a:cubicBezTo>
                    <a:pt x="6321" y="1"/>
                    <a:pt x="6315" y="2"/>
                    <a:pt x="6308" y="4"/>
                  </a:cubicBezTo>
                  <a:cubicBezTo>
                    <a:pt x="6290" y="13"/>
                    <a:pt x="6272" y="31"/>
                    <a:pt x="6263" y="58"/>
                  </a:cubicBezTo>
                  <a:lnTo>
                    <a:pt x="9" y="28498"/>
                  </a:lnTo>
                  <a:cubicBezTo>
                    <a:pt x="0" y="28516"/>
                    <a:pt x="9" y="28542"/>
                    <a:pt x="27" y="28560"/>
                  </a:cubicBezTo>
                  <a:cubicBezTo>
                    <a:pt x="36" y="28569"/>
                    <a:pt x="54" y="28578"/>
                    <a:pt x="72" y="28578"/>
                  </a:cubicBezTo>
                  <a:cubicBezTo>
                    <a:pt x="81" y="28578"/>
                    <a:pt x="81" y="28569"/>
                    <a:pt x="90" y="28569"/>
                  </a:cubicBezTo>
                  <a:lnTo>
                    <a:pt x="27879" y="19140"/>
                  </a:lnTo>
                  <a:cubicBezTo>
                    <a:pt x="27905" y="19131"/>
                    <a:pt x="27923" y="19113"/>
                    <a:pt x="27923" y="19086"/>
                  </a:cubicBezTo>
                  <a:cubicBezTo>
                    <a:pt x="27932" y="19068"/>
                    <a:pt x="27923" y="19042"/>
                    <a:pt x="27905" y="19033"/>
                  </a:cubicBezTo>
                  <a:lnTo>
                    <a:pt x="6370" y="22"/>
                  </a:lnTo>
                  <a:cubicBezTo>
                    <a:pt x="6357" y="9"/>
                    <a:pt x="6344" y="1"/>
                    <a:pt x="6327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4"/>
            <p:cNvSpPr/>
            <p:nvPr/>
          </p:nvSpPr>
          <p:spPr>
            <a:xfrm>
              <a:off x="426125" y="2923525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86" y="1"/>
                  </a:moveTo>
                  <a:cubicBezTo>
                    <a:pt x="419" y="1"/>
                    <a:pt x="350" y="16"/>
                    <a:pt x="286" y="48"/>
                  </a:cubicBezTo>
                  <a:cubicBezTo>
                    <a:pt x="81" y="164"/>
                    <a:pt x="0" y="423"/>
                    <a:pt x="107" y="637"/>
                  </a:cubicBezTo>
                  <a:cubicBezTo>
                    <a:pt x="187" y="778"/>
                    <a:pt x="334" y="860"/>
                    <a:pt x="485" y="860"/>
                  </a:cubicBezTo>
                  <a:cubicBezTo>
                    <a:pt x="554" y="860"/>
                    <a:pt x="623" y="843"/>
                    <a:pt x="687" y="806"/>
                  </a:cubicBezTo>
                  <a:cubicBezTo>
                    <a:pt x="901" y="699"/>
                    <a:pt x="982" y="441"/>
                    <a:pt x="866" y="227"/>
                  </a:cubicBezTo>
                  <a:cubicBezTo>
                    <a:pt x="791" y="83"/>
                    <a:pt x="642" y="1"/>
                    <a:pt x="486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4"/>
            <p:cNvSpPr/>
            <p:nvPr/>
          </p:nvSpPr>
          <p:spPr>
            <a:xfrm>
              <a:off x="420550" y="2917050"/>
              <a:ext cx="35700" cy="34450"/>
            </a:xfrm>
            <a:custGeom>
              <a:rect b="b" l="l" r="r" t="t"/>
              <a:pathLst>
                <a:path extrusionOk="0" h="1378" w="1428">
                  <a:moveTo>
                    <a:pt x="714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3" y="539"/>
                    <a:pt x="839" y="566"/>
                    <a:pt x="866" y="610"/>
                  </a:cubicBezTo>
                  <a:cubicBezTo>
                    <a:pt x="884" y="646"/>
                    <a:pt x="893" y="700"/>
                    <a:pt x="875" y="735"/>
                  </a:cubicBezTo>
                  <a:cubicBezTo>
                    <a:pt x="866" y="780"/>
                    <a:pt x="830" y="816"/>
                    <a:pt x="794" y="842"/>
                  </a:cubicBezTo>
                  <a:cubicBezTo>
                    <a:pt x="767" y="853"/>
                    <a:pt x="739" y="861"/>
                    <a:pt x="712" y="861"/>
                  </a:cubicBezTo>
                  <a:cubicBezTo>
                    <a:pt x="695" y="861"/>
                    <a:pt x="678" y="858"/>
                    <a:pt x="661" y="851"/>
                  </a:cubicBezTo>
                  <a:cubicBezTo>
                    <a:pt x="616" y="842"/>
                    <a:pt x="580" y="807"/>
                    <a:pt x="562" y="771"/>
                  </a:cubicBezTo>
                  <a:cubicBezTo>
                    <a:pt x="536" y="726"/>
                    <a:pt x="536" y="682"/>
                    <a:pt x="545" y="637"/>
                  </a:cubicBezTo>
                  <a:cubicBezTo>
                    <a:pt x="562" y="593"/>
                    <a:pt x="589" y="557"/>
                    <a:pt x="634" y="539"/>
                  </a:cubicBezTo>
                  <a:cubicBezTo>
                    <a:pt x="661" y="521"/>
                    <a:pt x="687" y="521"/>
                    <a:pt x="714" y="521"/>
                  </a:cubicBezTo>
                  <a:close/>
                  <a:moveTo>
                    <a:pt x="714" y="1"/>
                  </a:moveTo>
                  <a:cubicBezTo>
                    <a:pt x="603" y="1"/>
                    <a:pt x="490" y="28"/>
                    <a:pt x="384" y="84"/>
                  </a:cubicBezTo>
                  <a:cubicBezTo>
                    <a:pt x="223" y="164"/>
                    <a:pt x="107" y="316"/>
                    <a:pt x="54" y="486"/>
                  </a:cubicBezTo>
                  <a:cubicBezTo>
                    <a:pt x="0" y="664"/>
                    <a:pt x="18" y="851"/>
                    <a:pt x="107" y="1012"/>
                  </a:cubicBezTo>
                  <a:cubicBezTo>
                    <a:pt x="188" y="1173"/>
                    <a:pt x="339" y="1297"/>
                    <a:pt x="509" y="1351"/>
                  </a:cubicBezTo>
                  <a:cubicBezTo>
                    <a:pt x="580" y="1369"/>
                    <a:pt x="643" y="1378"/>
                    <a:pt x="714" y="1378"/>
                  </a:cubicBezTo>
                  <a:cubicBezTo>
                    <a:pt x="821" y="1378"/>
                    <a:pt x="937" y="1351"/>
                    <a:pt x="1035" y="1297"/>
                  </a:cubicBezTo>
                  <a:cubicBezTo>
                    <a:pt x="1196" y="1208"/>
                    <a:pt x="1321" y="1065"/>
                    <a:pt x="1374" y="887"/>
                  </a:cubicBezTo>
                  <a:cubicBezTo>
                    <a:pt x="1428" y="718"/>
                    <a:pt x="1410" y="530"/>
                    <a:pt x="1321" y="370"/>
                  </a:cubicBezTo>
                  <a:cubicBezTo>
                    <a:pt x="1232" y="200"/>
                    <a:pt x="1089" y="84"/>
                    <a:pt x="910" y="31"/>
                  </a:cubicBezTo>
                  <a:cubicBezTo>
                    <a:pt x="847" y="11"/>
                    <a:pt x="781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4"/>
            <p:cNvSpPr/>
            <p:nvPr/>
          </p:nvSpPr>
          <p:spPr>
            <a:xfrm>
              <a:off x="1121750" y="26880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8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6" y="862"/>
                  </a:cubicBezTo>
                  <a:cubicBezTo>
                    <a:pt x="563" y="862"/>
                    <a:pt x="632" y="847"/>
                    <a:pt x="696" y="815"/>
                  </a:cubicBezTo>
                  <a:cubicBezTo>
                    <a:pt x="901" y="699"/>
                    <a:pt x="981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4"/>
            <p:cNvSpPr/>
            <p:nvPr/>
          </p:nvSpPr>
          <p:spPr>
            <a:xfrm>
              <a:off x="1116175" y="2681525"/>
              <a:ext cx="37475" cy="34475"/>
            </a:xfrm>
            <a:custGeom>
              <a:rect b="b" l="l" r="r" t="t"/>
              <a:pathLst>
                <a:path extrusionOk="0" h="1379" w="1499">
                  <a:moveTo>
                    <a:pt x="714" y="522"/>
                  </a:moveTo>
                  <a:cubicBezTo>
                    <a:pt x="732" y="522"/>
                    <a:pt x="750" y="522"/>
                    <a:pt x="767" y="531"/>
                  </a:cubicBezTo>
                  <a:cubicBezTo>
                    <a:pt x="803" y="540"/>
                    <a:pt x="839" y="566"/>
                    <a:pt x="865" y="611"/>
                  </a:cubicBezTo>
                  <a:cubicBezTo>
                    <a:pt x="910" y="691"/>
                    <a:pt x="874" y="798"/>
                    <a:pt x="794" y="843"/>
                  </a:cubicBezTo>
                  <a:cubicBezTo>
                    <a:pt x="767" y="854"/>
                    <a:pt x="739" y="862"/>
                    <a:pt x="711" y="862"/>
                  </a:cubicBezTo>
                  <a:cubicBezTo>
                    <a:pt x="694" y="862"/>
                    <a:pt x="677" y="859"/>
                    <a:pt x="660" y="852"/>
                  </a:cubicBezTo>
                  <a:cubicBezTo>
                    <a:pt x="616" y="843"/>
                    <a:pt x="580" y="807"/>
                    <a:pt x="562" y="772"/>
                  </a:cubicBezTo>
                  <a:cubicBezTo>
                    <a:pt x="544" y="727"/>
                    <a:pt x="535" y="682"/>
                    <a:pt x="553" y="638"/>
                  </a:cubicBezTo>
                  <a:cubicBezTo>
                    <a:pt x="562" y="593"/>
                    <a:pt x="589" y="557"/>
                    <a:pt x="634" y="540"/>
                  </a:cubicBezTo>
                  <a:cubicBezTo>
                    <a:pt x="660" y="531"/>
                    <a:pt x="687" y="522"/>
                    <a:pt x="714" y="522"/>
                  </a:cubicBezTo>
                  <a:close/>
                  <a:moveTo>
                    <a:pt x="714" y="1"/>
                  </a:moveTo>
                  <a:cubicBezTo>
                    <a:pt x="604" y="1"/>
                    <a:pt x="493" y="29"/>
                    <a:pt x="393" y="85"/>
                  </a:cubicBezTo>
                  <a:cubicBezTo>
                    <a:pt x="223" y="165"/>
                    <a:pt x="107" y="317"/>
                    <a:pt x="54" y="486"/>
                  </a:cubicBezTo>
                  <a:cubicBezTo>
                    <a:pt x="0" y="664"/>
                    <a:pt x="18" y="852"/>
                    <a:pt x="107" y="1012"/>
                  </a:cubicBezTo>
                  <a:cubicBezTo>
                    <a:pt x="187" y="1182"/>
                    <a:pt x="339" y="1298"/>
                    <a:pt x="509" y="1351"/>
                  </a:cubicBezTo>
                  <a:cubicBezTo>
                    <a:pt x="580" y="1369"/>
                    <a:pt x="642" y="1378"/>
                    <a:pt x="714" y="1378"/>
                  </a:cubicBezTo>
                  <a:cubicBezTo>
                    <a:pt x="830" y="1378"/>
                    <a:pt x="937" y="1351"/>
                    <a:pt x="1035" y="1298"/>
                  </a:cubicBezTo>
                  <a:cubicBezTo>
                    <a:pt x="1374" y="1119"/>
                    <a:pt x="1499" y="700"/>
                    <a:pt x="1320" y="370"/>
                  </a:cubicBezTo>
                  <a:cubicBezTo>
                    <a:pt x="1231" y="201"/>
                    <a:pt x="1089" y="85"/>
                    <a:pt x="910" y="31"/>
                  </a:cubicBezTo>
                  <a:cubicBezTo>
                    <a:pt x="847" y="11"/>
                    <a:pt x="780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4"/>
            <p:cNvSpPr/>
            <p:nvPr/>
          </p:nvSpPr>
          <p:spPr>
            <a:xfrm>
              <a:off x="1202250" y="2898400"/>
              <a:ext cx="24550" cy="21500"/>
            </a:xfrm>
            <a:custGeom>
              <a:rect b="b" l="l" r="r" t="t"/>
              <a:pathLst>
                <a:path extrusionOk="0" h="860" w="982">
                  <a:moveTo>
                    <a:pt x="494" y="1"/>
                  </a:moveTo>
                  <a:cubicBezTo>
                    <a:pt x="425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6" y="860"/>
                  </a:cubicBezTo>
                  <a:cubicBezTo>
                    <a:pt x="564" y="860"/>
                    <a:pt x="632" y="845"/>
                    <a:pt x="697" y="812"/>
                  </a:cubicBezTo>
                  <a:cubicBezTo>
                    <a:pt x="902" y="696"/>
                    <a:pt x="982" y="438"/>
                    <a:pt x="866" y="224"/>
                  </a:cubicBezTo>
                  <a:cubicBezTo>
                    <a:pt x="793" y="83"/>
                    <a:pt x="647" y="1"/>
                    <a:pt x="49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4"/>
            <p:cNvSpPr/>
            <p:nvPr/>
          </p:nvSpPr>
          <p:spPr>
            <a:xfrm>
              <a:off x="1196675" y="2891900"/>
              <a:ext cx="37500" cy="34400"/>
            </a:xfrm>
            <a:custGeom>
              <a:rect b="b" l="l" r="r" t="t"/>
              <a:pathLst>
                <a:path extrusionOk="0" h="1376" w="1500">
                  <a:moveTo>
                    <a:pt x="714" y="519"/>
                  </a:moveTo>
                  <a:cubicBezTo>
                    <a:pt x="777" y="519"/>
                    <a:pt x="830" y="555"/>
                    <a:pt x="866" y="608"/>
                  </a:cubicBezTo>
                  <a:cubicBezTo>
                    <a:pt x="911" y="689"/>
                    <a:pt x="875" y="796"/>
                    <a:pt x="795" y="840"/>
                  </a:cubicBezTo>
                  <a:cubicBezTo>
                    <a:pt x="767" y="851"/>
                    <a:pt x="739" y="859"/>
                    <a:pt x="712" y="859"/>
                  </a:cubicBezTo>
                  <a:cubicBezTo>
                    <a:pt x="695" y="859"/>
                    <a:pt x="678" y="856"/>
                    <a:pt x="661" y="849"/>
                  </a:cubicBezTo>
                  <a:cubicBezTo>
                    <a:pt x="616" y="840"/>
                    <a:pt x="581" y="814"/>
                    <a:pt x="563" y="769"/>
                  </a:cubicBezTo>
                  <a:cubicBezTo>
                    <a:pt x="545" y="733"/>
                    <a:pt x="536" y="680"/>
                    <a:pt x="554" y="644"/>
                  </a:cubicBezTo>
                  <a:cubicBezTo>
                    <a:pt x="563" y="600"/>
                    <a:pt x="589" y="564"/>
                    <a:pt x="634" y="537"/>
                  </a:cubicBezTo>
                  <a:cubicBezTo>
                    <a:pt x="661" y="528"/>
                    <a:pt x="688" y="519"/>
                    <a:pt x="714" y="519"/>
                  </a:cubicBezTo>
                  <a:close/>
                  <a:moveTo>
                    <a:pt x="714" y="1"/>
                  </a:moveTo>
                  <a:cubicBezTo>
                    <a:pt x="605" y="1"/>
                    <a:pt x="495" y="27"/>
                    <a:pt x="393" y="82"/>
                  </a:cubicBezTo>
                  <a:cubicBezTo>
                    <a:pt x="224" y="171"/>
                    <a:pt x="108" y="314"/>
                    <a:pt x="54" y="492"/>
                  </a:cubicBezTo>
                  <a:cubicBezTo>
                    <a:pt x="1" y="662"/>
                    <a:pt x="18" y="849"/>
                    <a:pt x="108" y="1010"/>
                  </a:cubicBezTo>
                  <a:cubicBezTo>
                    <a:pt x="188" y="1179"/>
                    <a:pt x="331" y="1295"/>
                    <a:pt x="509" y="1349"/>
                  </a:cubicBezTo>
                  <a:cubicBezTo>
                    <a:pt x="581" y="1367"/>
                    <a:pt x="643" y="1376"/>
                    <a:pt x="714" y="1376"/>
                  </a:cubicBezTo>
                  <a:cubicBezTo>
                    <a:pt x="821" y="1376"/>
                    <a:pt x="937" y="1349"/>
                    <a:pt x="1035" y="1295"/>
                  </a:cubicBezTo>
                  <a:cubicBezTo>
                    <a:pt x="1374" y="1117"/>
                    <a:pt x="1499" y="698"/>
                    <a:pt x="1321" y="368"/>
                  </a:cubicBezTo>
                  <a:cubicBezTo>
                    <a:pt x="1198" y="133"/>
                    <a:pt x="959" y="1"/>
                    <a:pt x="714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4"/>
            <p:cNvSpPr/>
            <p:nvPr/>
          </p:nvSpPr>
          <p:spPr>
            <a:xfrm>
              <a:off x="384425" y="2185325"/>
              <a:ext cx="24550" cy="21575"/>
            </a:xfrm>
            <a:custGeom>
              <a:rect b="b" l="l" r="r" t="t"/>
              <a:pathLst>
                <a:path extrusionOk="0" h="863" w="982">
                  <a:moveTo>
                    <a:pt x="486" y="0"/>
                  </a:moveTo>
                  <a:cubicBezTo>
                    <a:pt x="419" y="0"/>
                    <a:pt x="350" y="15"/>
                    <a:pt x="286" y="48"/>
                  </a:cubicBezTo>
                  <a:cubicBezTo>
                    <a:pt x="80" y="164"/>
                    <a:pt x="0" y="422"/>
                    <a:pt x="107" y="636"/>
                  </a:cubicBezTo>
                  <a:cubicBezTo>
                    <a:pt x="188" y="780"/>
                    <a:pt x="339" y="862"/>
                    <a:pt x="493" y="862"/>
                  </a:cubicBezTo>
                  <a:cubicBezTo>
                    <a:pt x="559" y="862"/>
                    <a:pt x="625" y="847"/>
                    <a:pt x="687" y="815"/>
                  </a:cubicBezTo>
                  <a:cubicBezTo>
                    <a:pt x="901" y="699"/>
                    <a:pt x="982" y="440"/>
                    <a:pt x="866" y="226"/>
                  </a:cubicBezTo>
                  <a:cubicBezTo>
                    <a:pt x="791" y="83"/>
                    <a:pt x="642" y="0"/>
                    <a:pt x="4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4"/>
            <p:cNvSpPr/>
            <p:nvPr/>
          </p:nvSpPr>
          <p:spPr>
            <a:xfrm>
              <a:off x="378850" y="2178900"/>
              <a:ext cx="37475" cy="34400"/>
            </a:xfrm>
            <a:custGeom>
              <a:rect b="b" l="l" r="r" t="t"/>
              <a:pathLst>
                <a:path extrusionOk="0" h="1376" w="1499">
                  <a:moveTo>
                    <a:pt x="710" y="517"/>
                  </a:moveTo>
                  <a:cubicBezTo>
                    <a:pt x="772" y="517"/>
                    <a:pt x="834" y="552"/>
                    <a:pt x="866" y="608"/>
                  </a:cubicBezTo>
                  <a:cubicBezTo>
                    <a:pt x="910" y="688"/>
                    <a:pt x="874" y="795"/>
                    <a:pt x="794" y="840"/>
                  </a:cubicBezTo>
                  <a:cubicBezTo>
                    <a:pt x="767" y="851"/>
                    <a:pt x="739" y="859"/>
                    <a:pt x="711" y="859"/>
                  </a:cubicBezTo>
                  <a:cubicBezTo>
                    <a:pt x="694" y="859"/>
                    <a:pt x="677" y="856"/>
                    <a:pt x="660" y="849"/>
                  </a:cubicBezTo>
                  <a:cubicBezTo>
                    <a:pt x="616" y="840"/>
                    <a:pt x="580" y="813"/>
                    <a:pt x="562" y="769"/>
                  </a:cubicBezTo>
                  <a:cubicBezTo>
                    <a:pt x="535" y="733"/>
                    <a:pt x="535" y="679"/>
                    <a:pt x="544" y="635"/>
                  </a:cubicBezTo>
                  <a:cubicBezTo>
                    <a:pt x="562" y="599"/>
                    <a:pt x="589" y="563"/>
                    <a:pt x="634" y="537"/>
                  </a:cubicBezTo>
                  <a:cubicBezTo>
                    <a:pt x="657" y="523"/>
                    <a:pt x="684" y="517"/>
                    <a:pt x="710" y="517"/>
                  </a:cubicBezTo>
                  <a:close/>
                  <a:moveTo>
                    <a:pt x="711" y="1"/>
                  </a:moveTo>
                  <a:cubicBezTo>
                    <a:pt x="600" y="1"/>
                    <a:pt x="488" y="27"/>
                    <a:pt x="384" y="82"/>
                  </a:cubicBezTo>
                  <a:cubicBezTo>
                    <a:pt x="223" y="171"/>
                    <a:pt x="107" y="314"/>
                    <a:pt x="54" y="483"/>
                  </a:cubicBezTo>
                  <a:cubicBezTo>
                    <a:pt x="0" y="662"/>
                    <a:pt x="18" y="849"/>
                    <a:pt x="98" y="1009"/>
                  </a:cubicBezTo>
                  <a:cubicBezTo>
                    <a:pt x="188" y="1179"/>
                    <a:pt x="330" y="1295"/>
                    <a:pt x="509" y="1348"/>
                  </a:cubicBezTo>
                  <a:cubicBezTo>
                    <a:pt x="580" y="1366"/>
                    <a:pt x="642" y="1375"/>
                    <a:pt x="714" y="1375"/>
                  </a:cubicBezTo>
                  <a:cubicBezTo>
                    <a:pt x="821" y="1375"/>
                    <a:pt x="937" y="1348"/>
                    <a:pt x="1035" y="1295"/>
                  </a:cubicBezTo>
                  <a:cubicBezTo>
                    <a:pt x="1374" y="1116"/>
                    <a:pt x="1499" y="697"/>
                    <a:pt x="1320" y="367"/>
                  </a:cubicBezTo>
                  <a:cubicBezTo>
                    <a:pt x="1197" y="133"/>
                    <a:pt x="958" y="1"/>
                    <a:pt x="711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4"/>
            <p:cNvSpPr/>
            <p:nvPr/>
          </p:nvSpPr>
          <p:spPr>
            <a:xfrm>
              <a:off x="583350" y="2212825"/>
              <a:ext cx="24800" cy="21500"/>
            </a:xfrm>
            <a:custGeom>
              <a:rect b="b" l="l" r="r" t="t"/>
              <a:pathLst>
                <a:path extrusionOk="0" h="860" w="992">
                  <a:moveTo>
                    <a:pt x="498" y="1"/>
                  </a:moveTo>
                  <a:cubicBezTo>
                    <a:pt x="429" y="1"/>
                    <a:pt x="359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8" y="777"/>
                    <a:pt x="349" y="860"/>
                    <a:pt x="502" y="860"/>
                  </a:cubicBezTo>
                  <a:cubicBezTo>
                    <a:pt x="568" y="860"/>
                    <a:pt x="635" y="844"/>
                    <a:pt x="697" y="812"/>
                  </a:cubicBezTo>
                  <a:cubicBezTo>
                    <a:pt x="911" y="696"/>
                    <a:pt x="991" y="437"/>
                    <a:pt x="875" y="232"/>
                  </a:cubicBezTo>
                  <a:cubicBezTo>
                    <a:pt x="801" y="85"/>
                    <a:pt x="651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4"/>
            <p:cNvSpPr/>
            <p:nvPr/>
          </p:nvSpPr>
          <p:spPr>
            <a:xfrm>
              <a:off x="578000" y="220627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4" y="521"/>
                  </a:moveTo>
                  <a:cubicBezTo>
                    <a:pt x="723" y="521"/>
                    <a:pt x="741" y="521"/>
                    <a:pt x="759" y="530"/>
                  </a:cubicBezTo>
                  <a:cubicBezTo>
                    <a:pt x="804" y="539"/>
                    <a:pt x="839" y="575"/>
                    <a:pt x="857" y="610"/>
                  </a:cubicBezTo>
                  <a:cubicBezTo>
                    <a:pt x="884" y="655"/>
                    <a:pt x="884" y="699"/>
                    <a:pt x="875" y="744"/>
                  </a:cubicBezTo>
                  <a:cubicBezTo>
                    <a:pt x="857" y="789"/>
                    <a:pt x="830" y="824"/>
                    <a:pt x="795" y="842"/>
                  </a:cubicBezTo>
                  <a:cubicBezTo>
                    <a:pt x="762" y="855"/>
                    <a:pt x="729" y="864"/>
                    <a:pt x="697" y="864"/>
                  </a:cubicBezTo>
                  <a:cubicBezTo>
                    <a:pt x="685" y="864"/>
                    <a:pt x="673" y="862"/>
                    <a:pt x="661" y="860"/>
                  </a:cubicBezTo>
                  <a:cubicBezTo>
                    <a:pt x="616" y="842"/>
                    <a:pt x="581" y="815"/>
                    <a:pt x="563" y="771"/>
                  </a:cubicBezTo>
                  <a:cubicBezTo>
                    <a:pt x="536" y="735"/>
                    <a:pt x="536" y="691"/>
                    <a:pt x="545" y="646"/>
                  </a:cubicBezTo>
                  <a:cubicBezTo>
                    <a:pt x="563" y="601"/>
                    <a:pt x="589" y="566"/>
                    <a:pt x="634" y="539"/>
                  </a:cubicBezTo>
                  <a:cubicBezTo>
                    <a:pt x="652" y="530"/>
                    <a:pt x="679" y="521"/>
                    <a:pt x="714" y="521"/>
                  </a:cubicBezTo>
                  <a:close/>
                  <a:moveTo>
                    <a:pt x="710" y="0"/>
                  </a:moveTo>
                  <a:cubicBezTo>
                    <a:pt x="600" y="0"/>
                    <a:pt x="490" y="28"/>
                    <a:pt x="384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99" y="1021"/>
                  </a:cubicBezTo>
                  <a:cubicBezTo>
                    <a:pt x="188" y="1181"/>
                    <a:pt x="331" y="1297"/>
                    <a:pt x="509" y="1351"/>
                  </a:cubicBezTo>
                  <a:cubicBezTo>
                    <a:pt x="572" y="1369"/>
                    <a:pt x="643" y="1386"/>
                    <a:pt x="714" y="1386"/>
                  </a:cubicBezTo>
                  <a:cubicBezTo>
                    <a:pt x="821" y="1386"/>
                    <a:pt x="937" y="1360"/>
                    <a:pt x="1036" y="1297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4" y="10"/>
                    <a:pt x="777" y="0"/>
                    <a:pt x="710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4"/>
            <p:cNvSpPr/>
            <p:nvPr/>
          </p:nvSpPr>
          <p:spPr>
            <a:xfrm>
              <a:off x="799025" y="1715700"/>
              <a:ext cx="24550" cy="21650"/>
            </a:xfrm>
            <a:custGeom>
              <a:rect b="b" l="l" r="r" t="t"/>
              <a:pathLst>
                <a:path extrusionOk="0" h="866" w="982">
                  <a:moveTo>
                    <a:pt x="493" y="1"/>
                  </a:moveTo>
                  <a:cubicBezTo>
                    <a:pt x="423" y="1"/>
                    <a:pt x="352" y="18"/>
                    <a:pt x="286" y="54"/>
                  </a:cubicBezTo>
                  <a:cubicBezTo>
                    <a:pt x="81" y="170"/>
                    <a:pt x="0" y="429"/>
                    <a:pt x="107" y="634"/>
                  </a:cubicBezTo>
                  <a:cubicBezTo>
                    <a:pt x="187" y="781"/>
                    <a:pt x="335" y="865"/>
                    <a:pt x="486" y="865"/>
                  </a:cubicBezTo>
                  <a:cubicBezTo>
                    <a:pt x="555" y="865"/>
                    <a:pt x="624" y="848"/>
                    <a:pt x="687" y="812"/>
                  </a:cubicBezTo>
                  <a:cubicBezTo>
                    <a:pt x="901" y="705"/>
                    <a:pt x="982" y="438"/>
                    <a:pt x="866" y="232"/>
                  </a:cubicBezTo>
                  <a:cubicBezTo>
                    <a:pt x="792" y="85"/>
                    <a:pt x="646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4"/>
            <p:cNvSpPr/>
            <p:nvPr/>
          </p:nvSpPr>
          <p:spPr>
            <a:xfrm>
              <a:off x="793450" y="1709350"/>
              <a:ext cx="35700" cy="34475"/>
            </a:xfrm>
            <a:custGeom>
              <a:rect b="b" l="l" r="r" t="t"/>
              <a:pathLst>
                <a:path extrusionOk="0" h="1379" w="1428">
                  <a:moveTo>
                    <a:pt x="714" y="513"/>
                  </a:moveTo>
                  <a:cubicBezTo>
                    <a:pt x="732" y="513"/>
                    <a:pt x="741" y="522"/>
                    <a:pt x="759" y="522"/>
                  </a:cubicBezTo>
                  <a:cubicBezTo>
                    <a:pt x="803" y="540"/>
                    <a:pt x="839" y="567"/>
                    <a:pt x="866" y="611"/>
                  </a:cubicBezTo>
                  <a:cubicBezTo>
                    <a:pt x="884" y="647"/>
                    <a:pt x="893" y="692"/>
                    <a:pt x="875" y="736"/>
                  </a:cubicBezTo>
                  <a:cubicBezTo>
                    <a:pt x="866" y="781"/>
                    <a:pt x="830" y="816"/>
                    <a:pt x="794" y="834"/>
                  </a:cubicBezTo>
                  <a:cubicBezTo>
                    <a:pt x="766" y="851"/>
                    <a:pt x="738" y="858"/>
                    <a:pt x="710" y="858"/>
                  </a:cubicBezTo>
                  <a:cubicBezTo>
                    <a:pt x="693" y="858"/>
                    <a:pt x="677" y="855"/>
                    <a:pt x="661" y="852"/>
                  </a:cubicBezTo>
                  <a:cubicBezTo>
                    <a:pt x="616" y="834"/>
                    <a:pt x="580" y="808"/>
                    <a:pt x="562" y="772"/>
                  </a:cubicBezTo>
                  <a:cubicBezTo>
                    <a:pt x="536" y="727"/>
                    <a:pt x="536" y="683"/>
                    <a:pt x="545" y="638"/>
                  </a:cubicBezTo>
                  <a:cubicBezTo>
                    <a:pt x="562" y="593"/>
                    <a:pt x="589" y="558"/>
                    <a:pt x="634" y="540"/>
                  </a:cubicBezTo>
                  <a:cubicBezTo>
                    <a:pt x="661" y="522"/>
                    <a:pt x="687" y="513"/>
                    <a:pt x="714" y="513"/>
                  </a:cubicBezTo>
                  <a:close/>
                  <a:moveTo>
                    <a:pt x="705" y="1"/>
                  </a:moveTo>
                  <a:cubicBezTo>
                    <a:pt x="596" y="1"/>
                    <a:pt x="488" y="27"/>
                    <a:pt x="384" y="76"/>
                  </a:cubicBezTo>
                  <a:cubicBezTo>
                    <a:pt x="223" y="165"/>
                    <a:pt x="107" y="308"/>
                    <a:pt x="54" y="486"/>
                  </a:cubicBezTo>
                  <a:cubicBezTo>
                    <a:pt x="0" y="665"/>
                    <a:pt x="18" y="852"/>
                    <a:pt x="99" y="1013"/>
                  </a:cubicBezTo>
                  <a:cubicBezTo>
                    <a:pt x="188" y="1173"/>
                    <a:pt x="330" y="1298"/>
                    <a:pt x="509" y="1352"/>
                  </a:cubicBezTo>
                  <a:cubicBezTo>
                    <a:pt x="580" y="1370"/>
                    <a:pt x="643" y="1379"/>
                    <a:pt x="714" y="1379"/>
                  </a:cubicBezTo>
                  <a:cubicBezTo>
                    <a:pt x="821" y="1379"/>
                    <a:pt x="937" y="1352"/>
                    <a:pt x="1035" y="1298"/>
                  </a:cubicBezTo>
                  <a:cubicBezTo>
                    <a:pt x="1196" y="1209"/>
                    <a:pt x="1321" y="1066"/>
                    <a:pt x="1374" y="888"/>
                  </a:cubicBezTo>
                  <a:cubicBezTo>
                    <a:pt x="1428" y="709"/>
                    <a:pt x="1410" y="522"/>
                    <a:pt x="1321" y="362"/>
                  </a:cubicBezTo>
                  <a:cubicBezTo>
                    <a:pt x="1232" y="201"/>
                    <a:pt x="1089" y="85"/>
                    <a:pt x="910" y="31"/>
                  </a:cubicBezTo>
                  <a:cubicBezTo>
                    <a:pt x="842" y="11"/>
                    <a:pt x="773" y="1"/>
                    <a:pt x="705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4"/>
            <p:cNvSpPr/>
            <p:nvPr/>
          </p:nvSpPr>
          <p:spPr>
            <a:xfrm>
              <a:off x="1226775" y="2017900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8" y="1"/>
                  </a:moveTo>
                  <a:cubicBezTo>
                    <a:pt x="429" y="1"/>
                    <a:pt x="360" y="18"/>
                    <a:pt x="295" y="54"/>
                  </a:cubicBezTo>
                  <a:cubicBezTo>
                    <a:pt x="81" y="161"/>
                    <a:pt x="1" y="420"/>
                    <a:pt x="117" y="634"/>
                  </a:cubicBezTo>
                  <a:cubicBezTo>
                    <a:pt x="192" y="777"/>
                    <a:pt x="341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75" y="223"/>
                  </a:cubicBezTo>
                  <a:cubicBezTo>
                    <a:pt x="796" y="83"/>
                    <a:pt x="649" y="1"/>
                    <a:pt x="498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4"/>
            <p:cNvSpPr/>
            <p:nvPr/>
          </p:nvSpPr>
          <p:spPr>
            <a:xfrm>
              <a:off x="1221200" y="2011350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68" y="530"/>
                  </a:cubicBezTo>
                  <a:cubicBezTo>
                    <a:pt x="813" y="539"/>
                    <a:pt x="848" y="575"/>
                    <a:pt x="866" y="610"/>
                  </a:cubicBezTo>
                  <a:cubicBezTo>
                    <a:pt x="893" y="655"/>
                    <a:pt x="893" y="700"/>
                    <a:pt x="884" y="744"/>
                  </a:cubicBezTo>
                  <a:cubicBezTo>
                    <a:pt x="866" y="789"/>
                    <a:pt x="840" y="824"/>
                    <a:pt x="795" y="842"/>
                  </a:cubicBezTo>
                  <a:cubicBezTo>
                    <a:pt x="773" y="853"/>
                    <a:pt x="747" y="861"/>
                    <a:pt x="721" y="861"/>
                  </a:cubicBezTo>
                  <a:cubicBezTo>
                    <a:pt x="704" y="861"/>
                    <a:pt x="687" y="858"/>
                    <a:pt x="670" y="851"/>
                  </a:cubicBezTo>
                  <a:cubicBezTo>
                    <a:pt x="625" y="842"/>
                    <a:pt x="590" y="816"/>
                    <a:pt x="563" y="771"/>
                  </a:cubicBezTo>
                  <a:cubicBezTo>
                    <a:pt x="545" y="735"/>
                    <a:pt x="536" y="682"/>
                    <a:pt x="554" y="646"/>
                  </a:cubicBezTo>
                  <a:cubicBezTo>
                    <a:pt x="563" y="601"/>
                    <a:pt x="599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7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33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12"/>
                  </a:cubicBezTo>
                  <a:cubicBezTo>
                    <a:pt x="197" y="1181"/>
                    <a:pt x="340" y="1297"/>
                    <a:pt x="518" y="1351"/>
                  </a:cubicBezTo>
                  <a:cubicBezTo>
                    <a:pt x="581" y="1369"/>
                    <a:pt x="652" y="1386"/>
                    <a:pt x="715" y="1386"/>
                  </a:cubicBezTo>
                  <a:cubicBezTo>
                    <a:pt x="831" y="1386"/>
                    <a:pt x="938" y="1351"/>
                    <a:pt x="1045" y="1297"/>
                  </a:cubicBezTo>
                  <a:cubicBezTo>
                    <a:pt x="1205" y="1217"/>
                    <a:pt x="1321" y="1065"/>
                    <a:pt x="1375" y="896"/>
                  </a:cubicBezTo>
                  <a:cubicBezTo>
                    <a:pt x="1428" y="717"/>
                    <a:pt x="1410" y="530"/>
                    <a:pt x="1330" y="369"/>
                  </a:cubicBezTo>
                  <a:cubicBezTo>
                    <a:pt x="1241" y="209"/>
                    <a:pt x="1098" y="84"/>
                    <a:pt x="920" y="30"/>
                  </a:cubicBezTo>
                  <a:cubicBezTo>
                    <a:pt x="853" y="10"/>
                    <a:pt x="785" y="0"/>
                    <a:pt x="717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4"/>
            <p:cNvSpPr/>
            <p:nvPr/>
          </p:nvSpPr>
          <p:spPr>
            <a:xfrm>
              <a:off x="1616850" y="2424475"/>
              <a:ext cx="24575" cy="21500"/>
            </a:xfrm>
            <a:custGeom>
              <a:rect b="b" l="l" r="r" t="t"/>
              <a:pathLst>
                <a:path extrusionOk="0" h="860" w="983">
                  <a:moveTo>
                    <a:pt x="493" y="1"/>
                  </a:moveTo>
                  <a:cubicBezTo>
                    <a:pt x="424" y="1"/>
                    <a:pt x="353" y="18"/>
                    <a:pt x="286" y="54"/>
                  </a:cubicBezTo>
                  <a:cubicBezTo>
                    <a:pt x="81" y="161"/>
                    <a:pt x="1" y="420"/>
                    <a:pt x="108" y="634"/>
                  </a:cubicBezTo>
                  <a:cubicBezTo>
                    <a:pt x="189" y="777"/>
                    <a:pt x="340" y="860"/>
                    <a:pt x="497" y="860"/>
                  </a:cubicBezTo>
                  <a:cubicBezTo>
                    <a:pt x="564" y="860"/>
                    <a:pt x="632" y="844"/>
                    <a:pt x="697" y="812"/>
                  </a:cubicBezTo>
                  <a:cubicBezTo>
                    <a:pt x="902" y="696"/>
                    <a:pt x="982" y="438"/>
                    <a:pt x="866" y="232"/>
                  </a:cubicBezTo>
                  <a:cubicBezTo>
                    <a:pt x="792" y="85"/>
                    <a:pt x="647" y="1"/>
                    <a:pt x="493" y="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4"/>
            <p:cNvSpPr/>
            <p:nvPr/>
          </p:nvSpPr>
          <p:spPr>
            <a:xfrm>
              <a:off x="1611275" y="2417925"/>
              <a:ext cx="35725" cy="34675"/>
            </a:xfrm>
            <a:custGeom>
              <a:rect b="b" l="l" r="r" t="t"/>
              <a:pathLst>
                <a:path extrusionOk="0" h="1387" w="1429">
                  <a:moveTo>
                    <a:pt x="715" y="521"/>
                  </a:moveTo>
                  <a:cubicBezTo>
                    <a:pt x="732" y="521"/>
                    <a:pt x="750" y="521"/>
                    <a:pt x="759" y="530"/>
                  </a:cubicBezTo>
                  <a:cubicBezTo>
                    <a:pt x="804" y="539"/>
                    <a:pt x="839" y="575"/>
                    <a:pt x="866" y="610"/>
                  </a:cubicBezTo>
                  <a:cubicBezTo>
                    <a:pt x="884" y="655"/>
                    <a:pt x="893" y="700"/>
                    <a:pt x="875" y="744"/>
                  </a:cubicBezTo>
                  <a:cubicBezTo>
                    <a:pt x="866" y="789"/>
                    <a:pt x="831" y="824"/>
                    <a:pt x="795" y="842"/>
                  </a:cubicBezTo>
                  <a:cubicBezTo>
                    <a:pt x="769" y="856"/>
                    <a:pt x="741" y="863"/>
                    <a:pt x="713" y="863"/>
                  </a:cubicBezTo>
                  <a:cubicBezTo>
                    <a:pt x="653" y="863"/>
                    <a:pt x="593" y="832"/>
                    <a:pt x="563" y="771"/>
                  </a:cubicBezTo>
                  <a:cubicBezTo>
                    <a:pt x="545" y="735"/>
                    <a:pt x="536" y="691"/>
                    <a:pt x="554" y="646"/>
                  </a:cubicBezTo>
                  <a:cubicBezTo>
                    <a:pt x="563" y="601"/>
                    <a:pt x="590" y="566"/>
                    <a:pt x="634" y="539"/>
                  </a:cubicBezTo>
                  <a:cubicBezTo>
                    <a:pt x="661" y="530"/>
                    <a:pt x="688" y="521"/>
                    <a:pt x="715" y="521"/>
                  </a:cubicBezTo>
                  <a:close/>
                  <a:moveTo>
                    <a:pt x="715" y="0"/>
                  </a:moveTo>
                  <a:cubicBezTo>
                    <a:pt x="605" y="0"/>
                    <a:pt x="494" y="28"/>
                    <a:pt x="393" y="84"/>
                  </a:cubicBezTo>
                  <a:cubicBezTo>
                    <a:pt x="224" y="173"/>
                    <a:pt x="108" y="316"/>
                    <a:pt x="54" y="494"/>
                  </a:cubicBezTo>
                  <a:cubicBezTo>
                    <a:pt x="1" y="664"/>
                    <a:pt x="19" y="851"/>
                    <a:pt x="108" y="1021"/>
                  </a:cubicBezTo>
                  <a:cubicBezTo>
                    <a:pt x="233" y="1253"/>
                    <a:pt x="465" y="1386"/>
                    <a:pt x="715" y="1386"/>
                  </a:cubicBezTo>
                  <a:cubicBezTo>
                    <a:pt x="822" y="1386"/>
                    <a:pt x="938" y="1360"/>
                    <a:pt x="1036" y="1306"/>
                  </a:cubicBezTo>
                  <a:cubicBezTo>
                    <a:pt x="1196" y="1217"/>
                    <a:pt x="1321" y="1074"/>
                    <a:pt x="1375" y="896"/>
                  </a:cubicBezTo>
                  <a:cubicBezTo>
                    <a:pt x="1428" y="717"/>
                    <a:pt x="1410" y="530"/>
                    <a:pt x="1321" y="369"/>
                  </a:cubicBezTo>
                  <a:cubicBezTo>
                    <a:pt x="1232" y="209"/>
                    <a:pt x="1089" y="84"/>
                    <a:pt x="911" y="30"/>
                  </a:cubicBezTo>
                  <a:cubicBezTo>
                    <a:pt x="847" y="10"/>
                    <a:pt x="781" y="0"/>
                    <a:pt x="715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4"/>
            <p:cNvSpPr/>
            <p:nvPr/>
          </p:nvSpPr>
          <p:spPr>
            <a:xfrm>
              <a:off x="1576500" y="1630525"/>
              <a:ext cx="24550" cy="21525"/>
            </a:xfrm>
            <a:custGeom>
              <a:rect b="b" l="l" r="r" t="t"/>
              <a:pathLst>
                <a:path extrusionOk="0" h="861" w="982">
                  <a:moveTo>
                    <a:pt x="493" y="0"/>
                  </a:moveTo>
                  <a:cubicBezTo>
                    <a:pt x="423" y="0"/>
                    <a:pt x="352" y="17"/>
                    <a:pt x="286" y="53"/>
                  </a:cubicBezTo>
                  <a:cubicBezTo>
                    <a:pt x="80" y="160"/>
                    <a:pt x="0" y="428"/>
                    <a:pt x="107" y="633"/>
                  </a:cubicBezTo>
                  <a:cubicBezTo>
                    <a:pt x="187" y="781"/>
                    <a:pt x="335" y="861"/>
                    <a:pt x="490" y="861"/>
                  </a:cubicBezTo>
                  <a:cubicBezTo>
                    <a:pt x="559" y="861"/>
                    <a:pt x="630" y="845"/>
                    <a:pt x="696" y="811"/>
                  </a:cubicBezTo>
                  <a:cubicBezTo>
                    <a:pt x="901" y="695"/>
                    <a:pt x="982" y="437"/>
                    <a:pt x="874" y="232"/>
                  </a:cubicBezTo>
                  <a:cubicBezTo>
                    <a:pt x="795" y="84"/>
                    <a:pt x="647" y="0"/>
                    <a:pt x="493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4"/>
            <p:cNvSpPr/>
            <p:nvPr/>
          </p:nvSpPr>
          <p:spPr>
            <a:xfrm>
              <a:off x="1569125" y="1624025"/>
              <a:ext cx="37500" cy="34600"/>
            </a:xfrm>
            <a:custGeom>
              <a:rect b="b" l="l" r="r" t="t"/>
              <a:pathLst>
                <a:path extrusionOk="0" h="1384" w="1500">
                  <a:moveTo>
                    <a:pt x="780" y="521"/>
                  </a:moveTo>
                  <a:cubicBezTo>
                    <a:pt x="843" y="521"/>
                    <a:pt x="906" y="551"/>
                    <a:pt x="938" y="608"/>
                  </a:cubicBezTo>
                  <a:cubicBezTo>
                    <a:pt x="955" y="652"/>
                    <a:pt x="964" y="697"/>
                    <a:pt x="946" y="741"/>
                  </a:cubicBezTo>
                  <a:cubicBezTo>
                    <a:pt x="938" y="786"/>
                    <a:pt x="911" y="822"/>
                    <a:pt x="866" y="840"/>
                  </a:cubicBezTo>
                  <a:cubicBezTo>
                    <a:pt x="841" y="854"/>
                    <a:pt x="812" y="861"/>
                    <a:pt x="784" y="861"/>
                  </a:cubicBezTo>
                  <a:cubicBezTo>
                    <a:pt x="724" y="861"/>
                    <a:pt x="665" y="829"/>
                    <a:pt x="634" y="768"/>
                  </a:cubicBezTo>
                  <a:cubicBezTo>
                    <a:pt x="590" y="688"/>
                    <a:pt x="625" y="581"/>
                    <a:pt x="706" y="536"/>
                  </a:cubicBezTo>
                  <a:cubicBezTo>
                    <a:pt x="729" y="526"/>
                    <a:pt x="755" y="521"/>
                    <a:pt x="780" y="521"/>
                  </a:cubicBezTo>
                  <a:close/>
                  <a:moveTo>
                    <a:pt x="786" y="0"/>
                  </a:moveTo>
                  <a:cubicBezTo>
                    <a:pt x="677" y="0"/>
                    <a:pt x="566" y="26"/>
                    <a:pt x="465" y="81"/>
                  </a:cubicBezTo>
                  <a:cubicBezTo>
                    <a:pt x="126" y="260"/>
                    <a:pt x="1" y="679"/>
                    <a:pt x="179" y="1018"/>
                  </a:cubicBezTo>
                  <a:cubicBezTo>
                    <a:pt x="304" y="1250"/>
                    <a:pt x="536" y="1384"/>
                    <a:pt x="786" y="1384"/>
                  </a:cubicBezTo>
                  <a:cubicBezTo>
                    <a:pt x="893" y="1384"/>
                    <a:pt x="1009" y="1357"/>
                    <a:pt x="1107" y="1303"/>
                  </a:cubicBezTo>
                  <a:cubicBezTo>
                    <a:pt x="1277" y="1214"/>
                    <a:pt x="1392" y="1071"/>
                    <a:pt x="1446" y="893"/>
                  </a:cubicBezTo>
                  <a:cubicBezTo>
                    <a:pt x="1500" y="715"/>
                    <a:pt x="1482" y="527"/>
                    <a:pt x="1392" y="367"/>
                  </a:cubicBezTo>
                  <a:cubicBezTo>
                    <a:pt x="1269" y="132"/>
                    <a:pt x="1030" y="0"/>
                    <a:pt x="786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6" name="Google Shape;1426;p24"/>
          <p:cNvGrpSpPr/>
          <p:nvPr/>
        </p:nvGrpSpPr>
        <p:grpSpPr>
          <a:xfrm flipH="1" rot="374560">
            <a:off x="-1073369" y="4002335"/>
            <a:ext cx="1866727" cy="1212335"/>
            <a:chOff x="2636525" y="1932700"/>
            <a:chExt cx="1743875" cy="1132550"/>
          </a:xfrm>
        </p:grpSpPr>
        <p:sp>
          <p:nvSpPr>
            <p:cNvPr id="1427" name="Google Shape;1427;p24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4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24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24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4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4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4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4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4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4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7" name="Google Shape;1437;p24"/>
          <p:cNvGrpSpPr/>
          <p:nvPr/>
        </p:nvGrpSpPr>
        <p:grpSpPr>
          <a:xfrm flipH="1" rot="3862935">
            <a:off x="7305068" y="-1311975"/>
            <a:ext cx="2773727" cy="1801382"/>
            <a:chOff x="2636525" y="1932700"/>
            <a:chExt cx="1743875" cy="1132550"/>
          </a:xfrm>
        </p:grpSpPr>
        <p:sp>
          <p:nvSpPr>
            <p:cNvPr id="1438" name="Google Shape;1438;p24"/>
            <p:cNvSpPr/>
            <p:nvPr/>
          </p:nvSpPr>
          <p:spPr>
            <a:xfrm>
              <a:off x="2636525" y="2177350"/>
              <a:ext cx="528375" cy="632750"/>
            </a:xfrm>
            <a:custGeom>
              <a:rect b="b" l="l" r="r" t="t"/>
              <a:pathLst>
                <a:path extrusionOk="0" h="25310" w="21135">
                  <a:moveTo>
                    <a:pt x="14524" y="1"/>
                  </a:moveTo>
                  <a:lnTo>
                    <a:pt x="1" y="25310"/>
                  </a:lnTo>
                  <a:lnTo>
                    <a:pt x="21135" y="3766"/>
                  </a:lnTo>
                  <a:lnTo>
                    <a:pt x="145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4"/>
            <p:cNvSpPr/>
            <p:nvPr/>
          </p:nvSpPr>
          <p:spPr>
            <a:xfrm>
              <a:off x="3853150" y="2138550"/>
              <a:ext cx="527250" cy="680025"/>
            </a:xfrm>
            <a:custGeom>
              <a:rect b="b" l="l" r="r" t="t"/>
              <a:pathLst>
                <a:path extrusionOk="0" h="27201" w="21090">
                  <a:moveTo>
                    <a:pt x="21090" y="1"/>
                  </a:moveTo>
                  <a:lnTo>
                    <a:pt x="0" y="7967"/>
                  </a:lnTo>
                  <a:lnTo>
                    <a:pt x="5371" y="27201"/>
                  </a:lnTo>
                  <a:lnTo>
                    <a:pt x="2109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3984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4"/>
            <p:cNvSpPr/>
            <p:nvPr/>
          </p:nvSpPr>
          <p:spPr>
            <a:xfrm>
              <a:off x="3630125" y="1932700"/>
              <a:ext cx="750275" cy="405050"/>
            </a:xfrm>
            <a:custGeom>
              <a:rect b="b" l="l" r="r" t="t"/>
              <a:pathLst>
                <a:path extrusionOk="0" h="16202" w="30011">
                  <a:moveTo>
                    <a:pt x="0" y="1"/>
                  </a:moveTo>
                  <a:lnTo>
                    <a:pt x="8921" y="16201"/>
                  </a:lnTo>
                  <a:lnTo>
                    <a:pt x="30011" y="823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4"/>
            <p:cNvSpPr/>
            <p:nvPr/>
          </p:nvSpPr>
          <p:spPr>
            <a:xfrm>
              <a:off x="3352225" y="2818550"/>
              <a:ext cx="635200" cy="246700"/>
            </a:xfrm>
            <a:custGeom>
              <a:rect b="b" l="l" r="r" t="t"/>
              <a:pathLst>
                <a:path extrusionOk="0" h="9868" w="25408">
                  <a:moveTo>
                    <a:pt x="25408" y="1"/>
                  </a:moveTo>
                  <a:lnTo>
                    <a:pt x="1660" y="1687"/>
                  </a:lnTo>
                  <a:lnTo>
                    <a:pt x="1" y="9867"/>
                  </a:lnTo>
                  <a:lnTo>
                    <a:pt x="25408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5994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4"/>
            <p:cNvSpPr/>
            <p:nvPr/>
          </p:nvSpPr>
          <p:spPr>
            <a:xfrm>
              <a:off x="2999625" y="1932700"/>
              <a:ext cx="630525" cy="338800"/>
            </a:xfrm>
            <a:custGeom>
              <a:rect b="b" l="l" r="r" t="t"/>
              <a:pathLst>
                <a:path extrusionOk="0" h="13552" w="25221">
                  <a:moveTo>
                    <a:pt x="25220" y="1"/>
                  </a:moveTo>
                  <a:lnTo>
                    <a:pt x="0" y="9787"/>
                  </a:lnTo>
                  <a:lnTo>
                    <a:pt x="6611" y="13552"/>
                  </a:lnTo>
                  <a:lnTo>
                    <a:pt x="2522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4"/>
            <p:cNvSpPr/>
            <p:nvPr/>
          </p:nvSpPr>
          <p:spPr>
            <a:xfrm>
              <a:off x="2636525" y="2810075"/>
              <a:ext cx="757200" cy="255175"/>
            </a:xfrm>
            <a:custGeom>
              <a:rect b="b" l="l" r="r" t="t"/>
              <a:pathLst>
                <a:path extrusionOk="0" h="10207" w="30288">
                  <a:moveTo>
                    <a:pt x="1" y="1"/>
                  </a:moveTo>
                  <a:lnTo>
                    <a:pt x="28629" y="10206"/>
                  </a:lnTo>
                  <a:lnTo>
                    <a:pt x="30288" y="202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426005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4"/>
            <p:cNvSpPr/>
            <p:nvPr/>
          </p:nvSpPr>
          <p:spPr>
            <a:xfrm>
              <a:off x="3164875" y="2271475"/>
              <a:ext cx="688300" cy="589250"/>
            </a:xfrm>
            <a:custGeom>
              <a:rect b="b" l="l" r="r" t="t"/>
              <a:pathLst>
                <a:path extrusionOk="0" h="23570" w="27532">
                  <a:moveTo>
                    <a:pt x="1" y="1"/>
                  </a:moveTo>
                  <a:lnTo>
                    <a:pt x="9154" y="23570"/>
                  </a:lnTo>
                  <a:lnTo>
                    <a:pt x="27531" y="265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4"/>
            <p:cNvSpPr/>
            <p:nvPr/>
          </p:nvSpPr>
          <p:spPr>
            <a:xfrm>
              <a:off x="3393700" y="2337725"/>
              <a:ext cx="593725" cy="523000"/>
            </a:xfrm>
            <a:custGeom>
              <a:rect b="b" l="l" r="r" t="t"/>
              <a:pathLst>
                <a:path extrusionOk="0" h="20920" w="23749">
                  <a:moveTo>
                    <a:pt x="18378" y="0"/>
                  </a:moveTo>
                  <a:lnTo>
                    <a:pt x="1" y="20920"/>
                  </a:lnTo>
                  <a:lnTo>
                    <a:pt x="23749" y="19234"/>
                  </a:lnTo>
                  <a:lnTo>
                    <a:pt x="1837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4"/>
            <p:cNvSpPr/>
            <p:nvPr/>
          </p:nvSpPr>
          <p:spPr>
            <a:xfrm>
              <a:off x="3164875" y="1932700"/>
              <a:ext cx="688300" cy="405050"/>
            </a:xfrm>
            <a:custGeom>
              <a:rect b="b" l="l" r="r" t="t"/>
              <a:pathLst>
                <a:path extrusionOk="0" h="16202" w="27532">
                  <a:moveTo>
                    <a:pt x="18610" y="1"/>
                  </a:moveTo>
                  <a:lnTo>
                    <a:pt x="1" y="13552"/>
                  </a:lnTo>
                  <a:lnTo>
                    <a:pt x="27531" y="16201"/>
                  </a:lnTo>
                  <a:lnTo>
                    <a:pt x="1861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30599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4"/>
            <p:cNvSpPr/>
            <p:nvPr/>
          </p:nvSpPr>
          <p:spPr>
            <a:xfrm>
              <a:off x="2636525" y="2271475"/>
              <a:ext cx="757200" cy="589250"/>
            </a:xfrm>
            <a:custGeom>
              <a:rect b="b" l="l" r="r" t="t"/>
              <a:pathLst>
                <a:path extrusionOk="0" h="23570" w="30288">
                  <a:moveTo>
                    <a:pt x="21135" y="1"/>
                  </a:moveTo>
                  <a:lnTo>
                    <a:pt x="1" y="21545"/>
                  </a:lnTo>
                  <a:lnTo>
                    <a:pt x="30288" y="23570"/>
                  </a:lnTo>
                  <a:lnTo>
                    <a:pt x="2113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490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639967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635AB1"/>
            </a:gs>
            <a:gs pos="100000">
              <a:schemeClr val="lt1"/>
            </a:gs>
          </a:gsLst>
          <a:lin ang="1619866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EKgzzznNAQaiCt__VYcfjh_PVmd2h4Zk/view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25"/>
          <p:cNvSpPr txBox="1"/>
          <p:nvPr>
            <p:ph type="ctrTitle"/>
          </p:nvPr>
        </p:nvSpPr>
        <p:spPr>
          <a:xfrm>
            <a:off x="1596750" y="283050"/>
            <a:ext cx="5950500" cy="22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ACCIDENTALIDAD 2025 MADRID</a:t>
            </a:r>
            <a:endParaRPr/>
          </a:p>
        </p:txBody>
      </p:sp>
      <p:sp>
        <p:nvSpPr>
          <p:cNvPr id="1453" name="Google Shape;1453;p25"/>
          <p:cNvSpPr txBox="1"/>
          <p:nvPr>
            <p:ph idx="1" type="subTitle"/>
          </p:nvPr>
        </p:nvSpPr>
        <p:spPr>
          <a:xfrm>
            <a:off x="715100" y="3132600"/>
            <a:ext cx="3717000" cy="13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400"/>
              <a:t>Elena de Arriba Jaro </a:t>
            </a:r>
            <a:endParaRPr sz="14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400"/>
              <a:t>Julián Alberto Villafuerte Zevallos </a:t>
            </a:r>
            <a:endParaRPr sz="14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400"/>
              <a:t>Laura Granero Martín </a:t>
            </a:r>
            <a:endParaRPr sz="14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400"/>
              <a:t>Tania Mobasser Aslfakouri </a:t>
            </a:r>
            <a:endParaRPr sz="14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400"/>
              <a:t>Gonzalo Sanz Pérez </a:t>
            </a:r>
            <a:endParaRPr sz="1400"/>
          </a:p>
        </p:txBody>
      </p:sp>
      <p:sp>
        <p:nvSpPr>
          <p:cNvPr id="1454" name="Google Shape;1454;p25"/>
          <p:cNvSpPr txBox="1"/>
          <p:nvPr/>
        </p:nvSpPr>
        <p:spPr>
          <a:xfrm>
            <a:off x="590350" y="2716125"/>
            <a:ext cx="17349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Grupo 13</a:t>
            </a: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460" name="Google Shape;1460;p26"/>
          <p:cNvSpPr txBox="1"/>
          <p:nvPr/>
        </p:nvSpPr>
        <p:spPr>
          <a:xfrm>
            <a:off x="820775" y="1371150"/>
            <a:ext cx="4692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AutoNum type="arabicPeriod"/>
            </a:pPr>
            <a:r>
              <a:rPr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METHODOLOGY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AutoNum type="arabicPeriod"/>
            </a:pPr>
            <a:r>
              <a:rPr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CSV SELECTED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AutoNum type="arabicPeriod"/>
            </a:pPr>
            <a:r>
              <a:rPr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URIS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AutoNum type="arabicPeriod"/>
            </a:pPr>
            <a:r>
              <a:rPr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ONTOLOGY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AutoNum type="arabicPeriod"/>
            </a:pPr>
            <a:r>
              <a:rPr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RECONCILED</a:t>
            </a:r>
            <a:r>
              <a:rPr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CSV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AutoNum type="arabicPeriod"/>
            </a:pPr>
            <a:r>
              <a:rPr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MAPPINGS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AutoNum type="arabicPeriod"/>
            </a:pPr>
            <a:r>
              <a:rPr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RDF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AutoNum type="arabicPeriod"/>
            </a:pPr>
            <a:r>
              <a:rPr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466" name="Google Shape;1466;p27"/>
          <p:cNvSpPr txBox="1"/>
          <p:nvPr/>
        </p:nvSpPr>
        <p:spPr>
          <a:xfrm>
            <a:off x="720000" y="1272175"/>
            <a:ext cx="6197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CSV selection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URI selection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Ontology drawing in Drawio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Ontology creation using CHOWLK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Instance creation with Protégé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set cleaning with OpenRefine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set reconciliation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Mapping creation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Obtaining RDF through Morph KGC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 SELECTED</a:t>
            </a:r>
            <a:endParaRPr/>
          </a:p>
        </p:txBody>
      </p:sp>
      <p:sp>
        <p:nvSpPr>
          <p:cNvPr id="1472" name="Google Shape;1472;p28"/>
          <p:cNvSpPr txBox="1"/>
          <p:nvPr/>
        </p:nvSpPr>
        <p:spPr>
          <a:xfrm>
            <a:off x="720000" y="12721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2025 Accidentalidad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73" name="Google Shape;1473;p28"/>
          <p:cNvPicPr preferRelativeResize="0"/>
          <p:nvPr/>
        </p:nvPicPr>
        <p:blipFill rotWithShape="1">
          <a:blip r:embed="rId3">
            <a:alphaModFix/>
          </a:blip>
          <a:srcRect b="4247" l="0" r="0" t="2797"/>
          <a:stretch/>
        </p:blipFill>
        <p:spPr>
          <a:xfrm>
            <a:off x="605350" y="1790700"/>
            <a:ext cx="7933301" cy="291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URIs</a:t>
            </a:r>
            <a:endParaRPr/>
          </a:p>
        </p:txBody>
      </p:sp>
      <p:pic>
        <p:nvPicPr>
          <p:cNvPr id="1479" name="Google Shape;14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300" y="1457875"/>
            <a:ext cx="8737402" cy="328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ONTOLOGY</a:t>
            </a:r>
            <a:endParaRPr/>
          </a:p>
        </p:txBody>
      </p:sp>
      <p:pic>
        <p:nvPicPr>
          <p:cNvPr id="1485" name="Google Shape;1485;p30" title="Accidentes_foto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561" y="1170125"/>
            <a:ext cx="7838889" cy="34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RECONCILED CSV</a:t>
            </a:r>
            <a:endParaRPr/>
          </a:p>
        </p:txBody>
      </p:sp>
      <p:pic>
        <p:nvPicPr>
          <p:cNvPr id="1491" name="Google Shape;14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60600"/>
            <a:ext cx="8356599" cy="33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MAPPINGS</a:t>
            </a:r>
            <a:endParaRPr/>
          </a:p>
        </p:txBody>
      </p:sp>
      <p:sp>
        <p:nvSpPr>
          <p:cNvPr id="1497" name="Google Shape;1497;p32"/>
          <p:cNvSpPr txBox="1"/>
          <p:nvPr>
            <p:ph idx="2" type="subTitle"/>
          </p:nvPr>
        </p:nvSpPr>
        <p:spPr>
          <a:xfrm>
            <a:off x="1715375" y="2608774"/>
            <a:ext cx="25056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32"/>
          <p:cNvSpPr txBox="1"/>
          <p:nvPr>
            <p:ph idx="3" type="subTitle"/>
          </p:nvPr>
        </p:nvSpPr>
        <p:spPr>
          <a:xfrm>
            <a:off x="1715375" y="2126065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9" name="Google Shape;14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997" y="1088300"/>
            <a:ext cx="3890525" cy="36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925" y="1088300"/>
            <a:ext cx="3515450" cy="367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RDF</a:t>
            </a:r>
            <a:endParaRPr/>
          </a:p>
        </p:txBody>
      </p:sp>
      <p:pic>
        <p:nvPicPr>
          <p:cNvPr id="1506" name="Google Shape;1506;p33"/>
          <p:cNvPicPr preferRelativeResize="0"/>
          <p:nvPr/>
        </p:nvPicPr>
        <p:blipFill rotWithShape="1">
          <a:blip r:embed="rId3">
            <a:alphaModFix/>
          </a:blip>
          <a:srcRect b="0" l="0" r="48030" t="0"/>
          <a:stretch/>
        </p:blipFill>
        <p:spPr>
          <a:xfrm>
            <a:off x="566849" y="1254750"/>
            <a:ext cx="3865449" cy="345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7" name="Google Shape;150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725" y="1133700"/>
            <a:ext cx="3586975" cy="369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</a:t>
            </a:r>
            <a:endParaRPr/>
          </a:p>
        </p:txBody>
      </p:sp>
      <p:pic>
        <p:nvPicPr>
          <p:cNvPr id="1513" name="Google Shape;1513;p34" title="DemoAp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5125" y="969300"/>
            <a:ext cx="5016676" cy="3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eakthrough Biocompatible Polymers by Slidesgo">
  <a:themeElements>
    <a:clrScheme name="Simple Light">
      <a:dk1>
        <a:srgbClr val="FFFFFF"/>
      </a:dk1>
      <a:lt1>
        <a:srgbClr val="31275E"/>
      </a:lt1>
      <a:dk2>
        <a:srgbClr val="7A72D3"/>
      </a:dk2>
      <a:lt2>
        <a:srgbClr val="53A9BB"/>
      </a:lt2>
      <a:accent1>
        <a:srgbClr val="18B2CA"/>
      </a:accent1>
      <a:accent2>
        <a:srgbClr val="D2AAA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